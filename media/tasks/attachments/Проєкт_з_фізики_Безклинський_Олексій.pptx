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1"/>
  </p:notesMasterIdLst>
  <p:sldIdLst>
    <p:sldId id="274" r:id="rId3"/>
    <p:sldId id="260" r:id="rId4"/>
    <p:sldId id="296" r:id="rId5"/>
    <p:sldId id="306" r:id="rId6"/>
    <p:sldId id="319" r:id="rId7"/>
    <p:sldId id="298" r:id="rId8"/>
    <p:sldId id="310" r:id="rId9"/>
    <p:sldId id="320" r:id="rId10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60"/>
    <p:restoredTop sz="94658"/>
  </p:normalViewPr>
  <p:slideViewPr>
    <p:cSldViewPr snapToGrid="0">
      <p:cViewPr varScale="1">
        <p:scale>
          <a:sx n="84" d="100"/>
          <a:sy n="84" d="100"/>
        </p:scale>
        <p:origin x="20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5C73D8-A6EB-46E1-B2D9-E3C9B6E32C8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9B9EAFC-9CAE-46CC-9689-4329A3FED9F0}">
      <dgm:prSet phldrT="[Text]" custT="1"/>
      <dgm:spPr/>
      <dgm:t>
        <a:bodyPr lIns="0" rIns="0"/>
        <a:lstStyle/>
        <a:p>
          <a:r>
            <a:rPr lang="uk-UA" sz="4800" b="1" dirty="0">
              <a:latin typeface="+mj-lt"/>
            </a:rPr>
            <a:t>План</a:t>
          </a:r>
          <a:endParaRPr lang="ru-RU" sz="4800" b="1" dirty="0">
            <a:latin typeface="+mj-lt"/>
          </a:endParaRPr>
        </a:p>
      </dgm:t>
    </dgm:pt>
    <dgm:pt modelId="{7755B29E-D524-4935-B871-A3C798B9D98D}" type="parTrans" cxnId="{4AC541CF-A010-487D-8441-3A2B075860D1}">
      <dgm:prSet/>
      <dgm:spPr/>
      <dgm:t>
        <a:bodyPr/>
        <a:lstStyle/>
        <a:p>
          <a:endParaRPr lang="ru-RU"/>
        </a:p>
      </dgm:t>
    </dgm:pt>
    <dgm:pt modelId="{52979425-1B7F-4F96-BA6B-2084DD675F17}" type="sibTrans" cxnId="{4AC541CF-A010-487D-8441-3A2B075860D1}">
      <dgm:prSet/>
      <dgm:spPr/>
      <dgm:t>
        <a:bodyPr/>
        <a:lstStyle/>
        <a:p>
          <a:endParaRPr lang="ru-RU"/>
        </a:p>
      </dgm:t>
    </dgm:pt>
    <dgm:pt modelId="{24D81887-EF36-4D13-B7A7-A9AC430A8592}">
      <dgm:prSet phldrT="[Text]" custT="1"/>
      <dgm:spPr/>
      <dgm:t>
        <a:bodyPr anchor="ctr" anchorCtr="0"/>
        <a:lstStyle/>
        <a:p>
          <a:r>
            <a:rPr lang="en-US" sz="1600" b="1" dirty="0"/>
            <a:t>Фазові переходи</a:t>
          </a:r>
          <a:endParaRPr lang="ru-RU" sz="1600" b="1" dirty="0"/>
        </a:p>
      </dgm:t>
    </dgm:pt>
    <dgm:pt modelId="{66F860E7-F5D2-4290-AE3B-6B076641D52F}" type="parTrans" cxnId="{9848A446-773F-4846-922C-51448A295668}">
      <dgm:prSet/>
      <dgm:spPr/>
      <dgm:t>
        <a:bodyPr/>
        <a:lstStyle/>
        <a:p>
          <a:endParaRPr lang="ru-RU"/>
        </a:p>
      </dgm:t>
    </dgm:pt>
    <dgm:pt modelId="{A666BB11-F312-442F-BDAB-1EBF3DEFF13E}" type="sibTrans" cxnId="{9848A446-773F-4846-922C-51448A295668}">
      <dgm:prSet/>
      <dgm:spPr/>
      <dgm:t>
        <a:bodyPr/>
        <a:lstStyle/>
        <a:p>
          <a:endParaRPr lang="ru-RU"/>
        </a:p>
      </dgm:t>
    </dgm:pt>
    <dgm:pt modelId="{A60C8283-9485-4651-A253-2414E17013BD}">
      <dgm:prSet phldrT="[Text]" custT="1"/>
      <dgm:spPr/>
      <dgm:t>
        <a:bodyPr anchor="ctr" anchorCtr="0"/>
        <a:lstStyle/>
        <a:p>
          <a:r>
            <a:rPr lang="en-US" sz="1600" b="1" dirty="0"/>
            <a:t>Ключові терміни</a:t>
          </a:r>
          <a:endParaRPr lang="ru-RU" sz="1600" b="1" dirty="0"/>
        </a:p>
      </dgm:t>
    </dgm:pt>
    <dgm:pt modelId="{86965467-6D2B-44BD-982D-68EE296FFFA7}" type="parTrans" cxnId="{3F11ED5C-CC6D-4429-902C-B4716E866ADD}">
      <dgm:prSet/>
      <dgm:spPr/>
      <dgm:t>
        <a:bodyPr/>
        <a:lstStyle/>
        <a:p>
          <a:endParaRPr lang="ru-RU"/>
        </a:p>
      </dgm:t>
    </dgm:pt>
    <dgm:pt modelId="{54C3DCA3-1346-4016-AF9D-941F1BD41FE0}" type="sibTrans" cxnId="{3F11ED5C-CC6D-4429-902C-B4716E866ADD}">
      <dgm:prSet/>
      <dgm:spPr/>
      <dgm:t>
        <a:bodyPr/>
        <a:lstStyle/>
        <a:p>
          <a:endParaRPr lang="ru-RU"/>
        </a:p>
      </dgm:t>
    </dgm:pt>
    <dgm:pt modelId="{B54E3EA7-C171-4F62-B9A1-852987803114}">
      <dgm:prSet phldrT="[Text]" custT="1"/>
      <dgm:spPr/>
      <dgm:t>
        <a:bodyPr anchor="ctr" anchorCtr="0"/>
        <a:lstStyle/>
        <a:p>
          <a:r>
            <a:rPr lang="en-US" sz="1600" b="1" dirty="0"/>
            <a:t>Історичний розвиток</a:t>
          </a:r>
          <a:endParaRPr lang="ru-RU" sz="1600" b="1" dirty="0"/>
        </a:p>
      </dgm:t>
    </dgm:pt>
    <dgm:pt modelId="{AF43533C-5473-49C8-8C3A-2F2DCEB0E905}" type="parTrans" cxnId="{35D84B8B-089D-4A0D-AD64-DBF0064A2F90}">
      <dgm:prSet/>
      <dgm:spPr/>
      <dgm:t>
        <a:bodyPr/>
        <a:lstStyle/>
        <a:p>
          <a:endParaRPr lang="ru-RU"/>
        </a:p>
      </dgm:t>
    </dgm:pt>
    <dgm:pt modelId="{E76545A1-9DBA-4AAB-AAE6-A6489A5C6110}" type="sibTrans" cxnId="{35D84B8B-089D-4A0D-AD64-DBF0064A2F90}">
      <dgm:prSet/>
      <dgm:spPr/>
      <dgm:t>
        <a:bodyPr/>
        <a:lstStyle/>
        <a:p>
          <a:endParaRPr lang="ru-RU"/>
        </a:p>
      </dgm:t>
    </dgm:pt>
    <dgm:pt modelId="{2139D0AB-0C32-49B0-ABE0-886D5C4292B8}">
      <dgm:prSet phldrT="[Text]" custT="1"/>
      <dgm:spPr/>
      <dgm:t>
        <a:bodyPr anchor="ctr" anchorCtr="0"/>
        <a:lstStyle/>
        <a:p>
          <a:r>
            <a:rPr lang="en-US" sz="1600" b="1" dirty="0"/>
            <a:t>Теорія процесів</a:t>
          </a:r>
          <a:endParaRPr lang="ru-RU" sz="1600" b="1" dirty="0"/>
        </a:p>
      </dgm:t>
    </dgm:pt>
    <dgm:pt modelId="{10772C59-0A2D-4AAE-8D55-3E6E721AEAA5}" type="parTrans" cxnId="{C99B1F1F-4815-42EF-97FB-63E0CD371C1F}">
      <dgm:prSet/>
      <dgm:spPr/>
      <dgm:t>
        <a:bodyPr/>
        <a:lstStyle/>
        <a:p>
          <a:endParaRPr lang="ru-RU"/>
        </a:p>
      </dgm:t>
    </dgm:pt>
    <dgm:pt modelId="{2C33A393-710E-4F35-ACF7-55E4FB606605}" type="sibTrans" cxnId="{C99B1F1F-4815-42EF-97FB-63E0CD371C1F}">
      <dgm:prSet/>
      <dgm:spPr/>
      <dgm:t>
        <a:bodyPr/>
        <a:lstStyle/>
        <a:p>
          <a:endParaRPr lang="ru-RU"/>
        </a:p>
      </dgm:t>
    </dgm:pt>
    <dgm:pt modelId="{41E2ED53-6298-420B-BD16-2A87E587BE5B}">
      <dgm:prSet phldrT="[Text]" custT="1"/>
      <dgm:spPr/>
      <dgm:t>
        <a:bodyPr anchor="ctr" anchorCtr="0"/>
        <a:lstStyle/>
        <a:p>
          <a:r>
            <a:rPr lang="en-US" sz="1600" b="1" dirty="0"/>
            <a:t>Порівняння явищ</a:t>
          </a:r>
          <a:endParaRPr lang="ru-RU" sz="1600" b="1" dirty="0"/>
        </a:p>
      </dgm:t>
    </dgm:pt>
    <dgm:pt modelId="{27E5131F-2930-49EC-90DE-506729252F69}" type="parTrans" cxnId="{B7DF1BEA-53AA-4853-A84C-BC688BA2CE95}">
      <dgm:prSet/>
      <dgm:spPr/>
      <dgm:t>
        <a:bodyPr/>
        <a:lstStyle/>
        <a:p>
          <a:endParaRPr lang="ru-RU"/>
        </a:p>
      </dgm:t>
    </dgm:pt>
    <dgm:pt modelId="{AE7A30E2-098B-4974-9FCA-9FFADCA50771}" type="sibTrans" cxnId="{B7DF1BEA-53AA-4853-A84C-BC688BA2CE95}">
      <dgm:prSet/>
      <dgm:spPr/>
      <dgm:t>
        <a:bodyPr/>
        <a:lstStyle/>
        <a:p>
          <a:endParaRPr lang="ru-RU"/>
        </a:p>
      </dgm:t>
    </dgm:pt>
    <dgm:pt modelId="{DDDDE85C-C643-4E7B-9A04-5AC597DCCDF1}">
      <dgm:prSet phldrT="[Text]" custT="1"/>
      <dgm:spPr/>
      <dgm:t>
        <a:bodyPr anchor="ctr" anchorCtr="0"/>
        <a:lstStyle/>
        <a:p>
          <a:endParaRPr lang="ru-RU" sz="1600" b="1" dirty="0"/>
        </a:p>
      </dgm:t>
    </dgm:pt>
    <dgm:pt modelId="{F4C9D52B-4CC5-4A7C-8B0A-94F2D7BEBFE9}" type="sibTrans" cxnId="{F20D4806-96D1-4315-81ED-F103DCD15605}">
      <dgm:prSet/>
      <dgm:spPr/>
      <dgm:t>
        <a:bodyPr/>
        <a:lstStyle/>
        <a:p>
          <a:endParaRPr lang="ru-RU"/>
        </a:p>
      </dgm:t>
    </dgm:pt>
    <dgm:pt modelId="{21F0426D-220F-445C-A9B2-BA9922FABD66}" type="parTrans" cxnId="{F20D4806-96D1-4315-81ED-F103DCD15605}">
      <dgm:prSet/>
      <dgm:spPr/>
      <dgm:t>
        <a:bodyPr/>
        <a:lstStyle/>
        <a:p>
          <a:endParaRPr lang="ru-RU"/>
        </a:p>
      </dgm:t>
    </dgm:pt>
    <dgm:pt modelId="{CA3D7750-E426-4D66-BD8F-FC7E43B2AE30}" type="pres">
      <dgm:prSet presAssocID="{315C73D8-A6EB-46E1-B2D9-E3C9B6E32C81}" presName="vert0" presStyleCnt="0">
        <dgm:presLayoutVars>
          <dgm:dir/>
          <dgm:animOne val="branch"/>
          <dgm:animLvl val="lvl"/>
        </dgm:presLayoutVars>
      </dgm:prSet>
      <dgm:spPr/>
    </dgm:pt>
    <dgm:pt modelId="{E6B2298E-C583-4F7A-AEEA-5D4D5B06F0BB}" type="pres">
      <dgm:prSet presAssocID="{F9B9EAFC-9CAE-46CC-9689-4329A3FED9F0}" presName="thickLine" presStyleLbl="alignNode1" presStyleIdx="0" presStyleCnt="1"/>
      <dgm:spPr>
        <a:ln w="12700">
          <a:solidFill>
            <a:schemeClr val="tx1"/>
          </a:solidFill>
        </a:ln>
      </dgm:spPr>
    </dgm:pt>
    <dgm:pt modelId="{1CC16807-C37A-46C0-B5C9-AED99326FEFC}" type="pres">
      <dgm:prSet presAssocID="{F9B9EAFC-9CAE-46CC-9689-4329A3FED9F0}" presName="horz1" presStyleCnt="0"/>
      <dgm:spPr/>
    </dgm:pt>
    <dgm:pt modelId="{B5A0F0C9-6879-4C25-8A15-1A247C6B484F}" type="pres">
      <dgm:prSet presAssocID="{F9B9EAFC-9CAE-46CC-9689-4329A3FED9F0}" presName="tx1" presStyleLbl="revTx" presStyleIdx="0" presStyleCnt="7" custScaleX="188454"/>
      <dgm:spPr/>
    </dgm:pt>
    <dgm:pt modelId="{62954A2E-5C84-490D-9F2E-D24D74FBA1CC}" type="pres">
      <dgm:prSet presAssocID="{F9B9EAFC-9CAE-46CC-9689-4329A3FED9F0}" presName="vert1" presStyleCnt="0"/>
      <dgm:spPr/>
    </dgm:pt>
    <dgm:pt modelId="{6BEA2026-0223-4C63-81AB-43292D5B43E3}" type="pres">
      <dgm:prSet presAssocID="{DDDDE85C-C643-4E7B-9A04-5AC597DCCDF1}" presName="vertSpace2a" presStyleCnt="0"/>
      <dgm:spPr/>
    </dgm:pt>
    <dgm:pt modelId="{8F25F921-E2CC-4CEF-BD8D-40CC359BBCBB}" type="pres">
      <dgm:prSet presAssocID="{DDDDE85C-C643-4E7B-9A04-5AC597DCCDF1}" presName="horz2" presStyleCnt="0"/>
      <dgm:spPr/>
    </dgm:pt>
    <dgm:pt modelId="{3FB8C079-47B1-449F-86F0-EC7562055894}" type="pres">
      <dgm:prSet presAssocID="{DDDDE85C-C643-4E7B-9A04-5AC597DCCDF1}" presName="horzSpace2" presStyleCnt="0"/>
      <dgm:spPr/>
    </dgm:pt>
    <dgm:pt modelId="{3A882090-ADFB-4E2C-89D1-CC547046FF5C}" type="pres">
      <dgm:prSet presAssocID="{DDDDE85C-C643-4E7B-9A04-5AC597DCCDF1}" presName="tx2" presStyleLbl="revTx" presStyleIdx="1" presStyleCnt="7"/>
      <dgm:spPr/>
    </dgm:pt>
    <dgm:pt modelId="{98656302-969B-4416-B013-F9BC5DA488E8}" type="pres">
      <dgm:prSet presAssocID="{DDDDE85C-C643-4E7B-9A04-5AC597DCCDF1}" presName="vert2" presStyleCnt="0"/>
      <dgm:spPr/>
    </dgm:pt>
    <dgm:pt modelId="{AF52386E-2D58-4DA5-9754-10BCEFEF7680}" type="pres">
      <dgm:prSet presAssocID="{DDDDE85C-C643-4E7B-9A04-5AC597DCCDF1}" presName="thinLine2b" presStyleLbl="callout" presStyleIdx="0" presStyleCnt="6"/>
      <dgm:spPr>
        <a:ln w="12700">
          <a:solidFill>
            <a:schemeClr val="accent6"/>
          </a:solidFill>
        </a:ln>
      </dgm:spPr>
    </dgm:pt>
    <dgm:pt modelId="{D4BF9C0C-E76B-4179-B5FE-5DE91CCB0222}" type="pres">
      <dgm:prSet presAssocID="{DDDDE85C-C643-4E7B-9A04-5AC597DCCDF1}" presName="vertSpace2b" presStyleCnt="0"/>
      <dgm:spPr/>
    </dgm:pt>
    <dgm:pt modelId="{D7963B43-FD54-469E-9799-FFA7C0E36C41}" type="pres">
      <dgm:prSet presAssocID="{24D81887-EF36-4D13-B7A7-A9AC430A8592}" presName="horz2" presStyleCnt="0"/>
      <dgm:spPr/>
    </dgm:pt>
    <dgm:pt modelId="{4380FB35-00E7-46E1-BA67-A53775277E24}" type="pres">
      <dgm:prSet presAssocID="{24D81887-EF36-4D13-B7A7-A9AC430A8592}" presName="horzSpace2" presStyleCnt="0"/>
      <dgm:spPr/>
    </dgm:pt>
    <dgm:pt modelId="{01638F7F-EB98-4B08-AF69-E34024F07CE5}" type="pres">
      <dgm:prSet presAssocID="{24D81887-EF36-4D13-B7A7-A9AC430A8592}" presName="tx2" presStyleLbl="revTx" presStyleIdx="2" presStyleCnt="7"/>
      <dgm:spPr/>
    </dgm:pt>
    <dgm:pt modelId="{9DB98F8A-A256-417C-BA6A-83D762970741}" type="pres">
      <dgm:prSet presAssocID="{24D81887-EF36-4D13-B7A7-A9AC430A8592}" presName="vert2" presStyleCnt="0"/>
      <dgm:spPr/>
    </dgm:pt>
    <dgm:pt modelId="{4B710DE4-FF08-49C9-B8D4-4D9818A243CA}" type="pres">
      <dgm:prSet presAssocID="{24D81887-EF36-4D13-B7A7-A9AC430A8592}" presName="thinLine2b" presStyleLbl="callout" presStyleIdx="1" presStyleCnt="6"/>
      <dgm:spPr>
        <a:ln w="12700">
          <a:solidFill>
            <a:schemeClr val="accent6"/>
          </a:solidFill>
        </a:ln>
      </dgm:spPr>
    </dgm:pt>
    <dgm:pt modelId="{66B6F3B1-3BA0-4FDC-8AF6-483F2C8ACB3A}" type="pres">
      <dgm:prSet presAssocID="{24D81887-EF36-4D13-B7A7-A9AC430A8592}" presName="vertSpace2b" presStyleCnt="0"/>
      <dgm:spPr/>
    </dgm:pt>
    <dgm:pt modelId="{91B3F17B-6E4B-47E3-88C5-E3639A0042F8}" type="pres">
      <dgm:prSet presAssocID="{A60C8283-9485-4651-A253-2414E17013BD}" presName="horz2" presStyleCnt="0"/>
      <dgm:spPr/>
    </dgm:pt>
    <dgm:pt modelId="{AEF3003B-4780-49B7-AD91-52AB444A6863}" type="pres">
      <dgm:prSet presAssocID="{A60C8283-9485-4651-A253-2414E17013BD}" presName="horzSpace2" presStyleCnt="0"/>
      <dgm:spPr/>
    </dgm:pt>
    <dgm:pt modelId="{0D95CA4C-35F5-4B01-AD64-7AA59F30D636}" type="pres">
      <dgm:prSet presAssocID="{A60C8283-9485-4651-A253-2414E17013BD}" presName="tx2" presStyleLbl="revTx" presStyleIdx="3" presStyleCnt="7"/>
      <dgm:spPr/>
    </dgm:pt>
    <dgm:pt modelId="{E4D19536-4A86-4701-8E0B-60B523DC78E4}" type="pres">
      <dgm:prSet presAssocID="{A60C8283-9485-4651-A253-2414E17013BD}" presName="vert2" presStyleCnt="0"/>
      <dgm:spPr/>
    </dgm:pt>
    <dgm:pt modelId="{47EEBF08-B98F-46DA-89B5-D090F14F20A1}" type="pres">
      <dgm:prSet presAssocID="{A60C8283-9485-4651-A253-2414E17013BD}" presName="thinLine2b" presStyleLbl="callout" presStyleIdx="2" presStyleCnt="6"/>
      <dgm:spPr>
        <a:ln w="12700">
          <a:solidFill>
            <a:schemeClr val="accent6"/>
          </a:solidFill>
        </a:ln>
      </dgm:spPr>
    </dgm:pt>
    <dgm:pt modelId="{A14D1638-F1DF-4270-B68C-349327182848}" type="pres">
      <dgm:prSet presAssocID="{A60C8283-9485-4651-A253-2414E17013BD}" presName="vertSpace2b" presStyleCnt="0"/>
      <dgm:spPr/>
    </dgm:pt>
    <dgm:pt modelId="{5DB5E6B8-EE2C-46B5-A88C-DF18B209081A}" type="pres">
      <dgm:prSet presAssocID="{B54E3EA7-C171-4F62-B9A1-852987803114}" presName="horz2" presStyleCnt="0"/>
      <dgm:spPr/>
    </dgm:pt>
    <dgm:pt modelId="{25AD2E4F-A96B-4E7D-BC7F-887F9EEA2F27}" type="pres">
      <dgm:prSet presAssocID="{B54E3EA7-C171-4F62-B9A1-852987803114}" presName="horzSpace2" presStyleCnt="0"/>
      <dgm:spPr/>
    </dgm:pt>
    <dgm:pt modelId="{34578334-2730-407E-B36C-92341500165C}" type="pres">
      <dgm:prSet presAssocID="{B54E3EA7-C171-4F62-B9A1-852987803114}" presName="tx2" presStyleLbl="revTx" presStyleIdx="4" presStyleCnt="7"/>
      <dgm:spPr/>
    </dgm:pt>
    <dgm:pt modelId="{678B3272-A54C-4D05-95FF-2B467478951D}" type="pres">
      <dgm:prSet presAssocID="{B54E3EA7-C171-4F62-B9A1-852987803114}" presName="vert2" presStyleCnt="0"/>
      <dgm:spPr/>
    </dgm:pt>
    <dgm:pt modelId="{DE3DF354-37E4-4E2D-8D2B-231FC3AB45F9}" type="pres">
      <dgm:prSet presAssocID="{B54E3EA7-C171-4F62-B9A1-852987803114}" presName="thinLine2b" presStyleLbl="callout" presStyleIdx="3" presStyleCnt="6"/>
      <dgm:spPr>
        <a:ln w="12700">
          <a:solidFill>
            <a:schemeClr val="accent6"/>
          </a:solidFill>
        </a:ln>
      </dgm:spPr>
    </dgm:pt>
    <dgm:pt modelId="{74A1B004-DECA-46F0-A66C-D001A1FF9AF4}" type="pres">
      <dgm:prSet presAssocID="{B54E3EA7-C171-4F62-B9A1-852987803114}" presName="vertSpace2b" presStyleCnt="0"/>
      <dgm:spPr/>
    </dgm:pt>
    <dgm:pt modelId="{EE20FD60-B25A-4B8B-A896-C31658373598}" type="pres">
      <dgm:prSet presAssocID="{2139D0AB-0C32-49B0-ABE0-886D5C4292B8}" presName="horz2" presStyleCnt="0"/>
      <dgm:spPr/>
    </dgm:pt>
    <dgm:pt modelId="{3EAF2D22-D64A-4BC4-8A64-86162A4F3207}" type="pres">
      <dgm:prSet presAssocID="{2139D0AB-0C32-49B0-ABE0-886D5C4292B8}" presName="horzSpace2" presStyleCnt="0"/>
      <dgm:spPr/>
    </dgm:pt>
    <dgm:pt modelId="{6A60ED81-E866-48F3-B7D7-3C39204AD6CD}" type="pres">
      <dgm:prSet presAssocID="{2139D0AB-0C32-49B0-ABE0-886D5C4292B8}" presName="tx2" presStyleLbl="revTx" presStyleIdx="5" presStyleCnt="7"/>
      <dgm:spPr/>
    </dgm:pt>
    <dgm:pt modelId="{A56FB401-562F-40F1-A05C-62F254BDE9DD}" type="pres">
      <dgm:prSet presAssocID="{2139D0AB-0C32-49B0-ABE0-886D5C4292B8}" presName="vert2" presStyleCnt="0"/>
      <dgm:spPr/>
    </dgm:pt>
    <dgm:pt modelId="{82DE04C2-5B76-413C-B79C-DC2CBF3C196A}" type="pres">
      <dgm:prSet presAssocID="{2139D0AB-0C32-49B0-ABE0-886D5C4292B8}" presName="thinLine2b" presStyleLbl="callout" presStyleIdx="4" presStyleCnt="6"/>
      <dgm:spPr>
        <a:ln w="12700">
          <a:solidFill>
            <a:schemeClr val="accent6"/>
          </a:solidFill>
        </a:ln>
      </dgm:spPr>
    </dgm:pt>
    <dgm:pt modelId="{62F02792-8D30-4AD4-BFF7-16558A15B524}" type="pres">
      <dgm:prSet presAssocID="{2139D0AB-0C32-49B0-ABE0-886D5C4292B8}" presName="vertSpace2b" presStyleCnt="0"/>
      <dgm:spPr/>
    </dgm:pt>
    <dgm:pt modelId="{F0D3B569-4309-4B2F-A208-FD82553E606F}" type="pres">
      <dgm:prSet presAssocID="{41E2ED53-6298-420B-BD16-2A87E587BE5B}" presName="horz2" presStyleCnt="0"/>
      <dgm:spPr/>
    </dgm:pt>
    <dgm:pt modelId="{80980C67-7068-4685-937B-FDA248DA8017}" type="pres">
      <dgm:prSet presAssocID="{41E2ED53-6298-420B-BD16-2A87E587BE5B}" presName="horzSpace2" presStyleCnt="0"/>
      <dgm:spPr/>
    </dgm:pt>
    <dgm:pt modelId="{B90AA256-FD7F-476F-8E3B-90DE4A9EAF03}" type="pres">
      <dgm:prSet presAssocID="{41E2ED53-6298-420B-BD16-2A87E587BE5B}" presName="tx2" presStyleLbl="revTx" presStyleIdx="6" presStyleCnt="7"/>
      <dgm:spPr/>
    </dgm:pt>
    <dgm:pt modelId="{27B9F4A3-B581-4188-856A-AEB8F8765585}" type="pres">
      <dgm:prSet presAssocID="{41E2ED53-6298-420B-BD16-2A87E587BE5B}" presName="vert2" presStyleCnt="0"/>
      <dgm:spPr/>
    </dgm:pt>
    <dgm:pt modelId="{92BF88CD-E2B4-4794-9409-1A6D68E56865}" type="pres">
      <dgm:prSet presAssocID="{41E2ED53-6298-420B-BD16-2A87E587BE5B}" presName="thinLine2b" presStyleLbl="callout" presStyleIdx="5" presStyleCnt="6"/>
      <dgm:spPr>
        <a:ln w="12700">
          <a:solidFill>
            <a:schemeClr val="accent6"/>
          </a:solidFill>
        </a:ln>
      </dgm:spPr>
    </dgm:pt>
    <dgm:pt modelId="{9E767E99-48F0-46AE-B004-9B059506C7D7}" type="pres">
      <dgm:prSet presAssocID="{41E2ED53-6298-420B-BD16-2A87E587BE5B}" presName="vertSpace2b" presStyleCnt="0"/>
      <dgm:spPr/>
    </dgm:pt>
  </dgm:ptLst>
  <dgm:cxnLst>
    <dgm:cxn modelId="{94762B01-C24E-4652-BBC6-EF3EAF9D76C1}" type="presOf" srcId="{B54E3EA7-C171-4F62-B9A1-852987803114}" destId="{34578334-2730-407E-B36C-92341500165C}" srcOrd="0" destOrd="0" presId="urn:microsoft.com/office/officeart/2008/layout/LinedList"/>
    <dgm:cxn modelId="{F20D4806-96D1-4315-81ED-F103DCD15605}" srcId="{F9B9EAFC-9CAE-46CC-9689-4329A3FED9F0}" destId="{DDDDE85C-C643-4E7B-9A04-5AC597DCCDF1}" srcOrd="0" destOrd="0" parTransId="{21F0426D-220F-445C-A9B2-BA9922FABD66}" sibTransId="{F4C9D52B-4CC5-4A7C-8B0A-94F2D7BEBFE9}"/>
    <dgm:cxn modelId="{C99B1F1F-4815-42EF-97FB-63E0CD371C1F}" srcId="{F9B9EAFC-9CAE-46CC-9689-4329A3FED9F0}" destId="{2139D0AB-0C32-49B0-ABE0-886D5C4292B8}" srcOrd="4" destOrd="0" parTransId="{10772C59-0A2D-4AAE-8D55-3E6E721AEAA5}" sibTransId="{2C33A393-710E-4F35-ACF7-55E4FB606605}"/>
    <dgm:cxn modelId="{593CD920-8C7C-4C53-A175-E66AEAAA1631}" type="presOf" srcId="{A60C8283-9485-4651-A253-2414E17013BD}" destId="{0D95CA4C-35F5-4B01-AD64-7AA59F30D636}" srcOrd="0" destOrd="0" presId="urn:microsoft.com/office/officeart/2008/layout/LinedList"/>
    <dgm:cxn modelId="{9848A446-773F-4846-922C-51448A295668}" srcId="{F9B9EAFC-9CAE-46CC-9689-4329A3FED9F0}" destId="{24D81887-EF36-4D13-B7A7-A9AC430A8592}" srcOrd="1" destOrd="0" parTransId="{66F860E7-F5D2-4290-AE3B-6B076641D52F}" sibTransId="{A666BB11-F312-442F-BDAB-1EBF3DEFF13E}"/>
    <dgm:cxn modelId="{3F11ED5C-CC6D-4429-902C-B4716E866ADD}" srcId="{F9B9EAFC-9CAE-46CC-9689-4329A3FED9F0}" destId="{A60C8283-9485-4651-A253-2414E17013BD}" srcOrd="2" destOrd="0" parTransId="{86965467-6D2B-44BD-982D-68EE296FFFA7}" sibTransId="{54C3DCA3-1346-4016-AF9D-941F1BD41FE0}"/>
    <dgm:cxn modelId="{29DF787D-87CD-41F3-B9CC-E16C20ABEBF9}" type="presOf" srcId="{41E2ED53-6298-420B-BD16-2A87E587BE5B}" destId="{B90AA256-FD7F-476F-8E3B-90DE4A9EAF03}" srcOrd="0" destOrd="0" presId="urn:microsoft.com/office/officeart/2008/layout/LinedList"/>
    <dgm:cxn modelId="{35D84B8B-089D-4A0D-AD64-DBF0064A2F90}" srcId="{F9B9EAFC-9CAE-46CC-9689-4329A3FED9F0}" destId="{B54E3EA7-C171-4F62-B9A1-852987803114}" srcOrd="3" destOrd="0" parTransId="{AF43533C-5473-49C8-8C3A-2F2DCEB0E905}" sibTransId="{E76545A1-9DBA-4AAB-AAE6-A6489A5C6110}"/>
    <dgm:cxn modelId="{3CE7488E-EF29-422F-A9C9-B89817339DB6}" type="presOf" srcId="{DDDDE85C-C643-4E7B-9A04-5AC597DCCDF1}" destId="{3A882090-ADFB-4E2C-89D1-CC547046FF5C}" srcOrd="0" destOrd="0" presId="urn:microsoft.com/office/officeart/2008/layout/LinedList"/>
    <dgm:cxn modelId="{BBA155B1-AC31-4A0D-9003-FB221A991688}" type="presOf" srcId="{24D81887-EF36-4D13-B7A7-A9AC430A8592}" destId="{01638F7F-EB98-4B08-AF69-E34024F07CE5}" srcOrd="0" destOrd="0" presId="urn:microsoft.com/office/officeart/2008/layout/LinedList"/>
    <dgm:cxn modelId="{382CBEB8-F2B3-4339-92CB-00B4A62781BC}" type="presOf" srcId="{2139D0AB-0C32-49B0-ABE0-886D5C4292B8}" destId="{6A60ED81-E866-48F3-B7D7-3C39204AD6CD}" srcOrd="0" destOrd="0" presId="urn:microsoft.com/office/officeart/2008/layout/LinedList"/>
    <dgm:cxn modelId="{4AC541CF-A010-487D-8441-3A2B075860D1}" srcId="{315C73D8-A6EB-46E1-B2D9-E3C9B6E32C81}" destId="{F9B9EAFC-9CAE-46CC-9689-4329A3FED9F0}" srcOrd="0" destOrd="0" parTransId="{7755B29E-D524-4935-B871-A3C798B9D98D}" sibTransId="{52979425-1B7F-4F96-BA6B-2084DD675F17}"/>
    <dgm:cxn modelId="{E2F5C7E1-5779-4565-BBD6-886E45B004DC}" type="presOf" srcId="{F9B9EAFC-9CAE-46CC-9689-4329A3FED9F0}" destId="{B5A0F0C9-6879-4C25-8A15-1A247C6B484F}" srcOrd="0" destOrd="0" presId="urn:microsoft.com/office/officeart/2008/layout/LinedList"/>
    <dgm:cxn modelId="{B7DF1BEA-53AA-4853-A84C-BC688BA2CE95}" srcId="{F9B9EAFC-9CAE-46CC-9689-4329A3FED9F0}" destId="{41E2ED53-6298-420B-BD16-2A87E587BE5B}" srcOrd="5" destOrd="0" parTransId="{27E5131F-2930-49EC-90DE-506729252F69}" sibTransId="{AE7A30E2-098B-4974-9FCA-9FFADCA50771}"/>
    <dgm:cxn modelId="{8137E1FB-039A-431D-BA40-0C8B5F7D282B}" type="presOf" srcId="{315C73D8-A6EB-46E1-B2D9-E3C9B6E32C81}" destId="{CA3D7750-E426-4D66-BD8F-FC7E43B2AE30}" srcOrd="0" destOrd="0" presId="urn:microsoft.com/office/officeart/2008/layout/LinedList"/>
    <dgm:cxn modelId="{01AC01C2-91A4-42A6-B50A-71C3F1CCA916}" type="presParOf" srcId="{CA3D7750-E426-4D66-BD8F-FC7E43B2AE30}" destId="{E6B2298E-C583-4F7A-AEEA-5D4D5B06F0BB}" srcOrd="0" destOrd="0" presId="urn:microsoft.com/office/officeart/2008/layout/LinedList"/>
    <dgm:cxn modelId="{05F4B571-C997-4DFB-94FE-D2A4A8C96808}" type="presParOf" srcId="{CA3D7750-E426-4D66-BD8F-FC7E43B2AE30}" destId="{1CC16807-C37A-46C0-B5C9-AED99326FEFC}" srcOrd="1" destOrd="0" presId="urn:microsoft.com/office/officeart/2008/layout/LinedList"/>
    <dgm:cxn modelId="{3FE5B5E4-FC90-4C6A-8F13-896E096DDCC0}" type="presParOf" srcId="{1CC16807-C37A-46C0-B5C9-AED99326FEFC}" destId="{B5A0F0C9-6879-4C25-8A15-1A247C6B484F}" srcOrd="0" destOrd="0" presId="urn:microsoft.com/office/officeart/2008/layout/LinedList"/>
    <dgm:cxn modelId="{5F26CE7D-DCE9-4E01-9CB2-FAC5B05155D1}" type="presParOf" srcId="{1CC16807-C37A-46C0-B5C9-AED99326FEFC}" destId="{62954A2E-5C84-490D-9F2E-D24D74FBA1CC}" srcOrd="1" destOrd="0" presId="urn:microsoft.com/office/officeart/2008/layout/LinedList"/>
    <dgm:cxn modelId="{D7CE5E83-80EC-4687-ADCE-434236467601}" type="presParOf" srcId="{62954A2E-5C84-490D-9F2E-D24D74FBA1CC}" destId="{6BEA2026-0223-4C63-81AB-43292D5B43E3}" srcOrd="0" destOrd="0" presId="urn:microsoft.com/office/officeart/2008/layout/LinedList"/>
    <dgm:cxn modelId="{F9345DA1-121D-45EF-AA3A-7E8B7226EA5F}" type="presParOf" srcId="{62954A2E-5C84-490D-9F2E-D24D74FBA1CC}" destId="{8F25F921-E2CC-4CEF-BD8D-40CC359BBCBB}" srcOrd="1" destOrd="0" presId="urn:microsoft.com/office/officeart/2008/layout/LinedList"/>
    <dgm:cxn modelId="{0F324052-12EF-48C6-A844-2BB10C719DC7}" type="presParOf" srcId="{8F25F921-E2CC-4CEF-BD8D-40CC359BBCBB}" destId="{3FB8C079-47B1-449F-86F0-EC7562055894}" srcOrd="0" destOrd="0" presId="urn:microsoft.com/office/officeart/2008/layout/LinedList"/>
    <dgm:cxn modelId="{E932253D-6A06-4B82-8888-58B282DD524B}" type="presParOf" srcId="{8F25F921-E2CC-4CEF-BD8D-40CC359BBCBB}" destId="{3A882090-ADFB-4E2C-89D1-CC547046FF5C}" srcOrd="1" destOrd="0" presId="urn:microsoft.com/office/officeart/2008/layout/LinedList"/>
    <dgm:cxn modelId="{952F0C7F-1FA1-4549-83E9-8A4A87C4357A}" type="presParOf" srcId="{8F25F921-E2CC-4CEF-BD8D-40CC359BBCBB}" destId="{98656302-969B-4416-B013-F9BC5DA488E8}" srcOrd="2" destOrd="0" presId="urn:microsoft.com/office/officeart/2008/layout/LinedList"/>
    <dgm:cxn modelId="{80E651BD-BF89-4B0A-8A1D-FE5F137D07FD}" type="presParOf" srcId="{62954A2E-5C84-490D-9F2E-D24D74FBA1CC}" destId="{AF52386E-2D58-4DA5-9754-10BCEFEF7680}" srcOrd="2" destOrd="0" presId="urn:microsoft.com/office/officeart/2008/layout/LinedList"/>
    <dgm:cxn modelId="{D7C29AE6-0EC0-4416-9C16-F739FAB0B34A}" type="presParOf" srcId="{62954A2E-5C84-490D-9F2E-D24D74FBA1CC}" destId="{D4BF9C0C-E76B-4179-B5FE-5DE91CCB0222}" srcOrd="3" destOrd="0" presId="urn:microsoft.com/office/officeart/2008/layout/LinedList"/>
    <dgm:cxn modelId="{91252ABC-28CA-46FF-B085-AA4B44774D2D}" type="presParOf" srcId="{62954A2E-5C84-490D-9F2E-D24D74FBA1CC}" destId="{D7963B43-FD54-469E-9799-FFA7C0E36C41}" srcOrd="4" destOrd="0" presId="urn:microsoft.com/office/officeart/2008/layout/LinedList"/>
    <dgm:cxn modelId="{555D4246-8342-4E02-82E8-E9BDD424A9EC}" type="presParOf" srcId="{D7963B43-FD54-469E-9799-FFA7C0E36C41}" destId="{4380FB35-00E7-46E1-BA67-A53775277E24}" srcOrd="0" destOrd="0" presId="urn:microsoft.com/office/officeart/2008/layout/LinedList"/>
    <dgm:cxn modelId="{152604C4-F204-4E04-BFBE-77310E3EAC64}" type="presParOf" srcId="{D7963B43-FD54-469E-9799-FFA7C0E36C41}" destId="{01638F7F-EB98-4B08-AF69-E34024F07CE5}" srcOrd="1" destOrd="0" presId="urn:microsoft.com/office/officeart/2008/layout/LinedList"/>
    <dgm:cxn modelId="{13B1D781-9F89-4A4D-856C-92F7D45892EA}" type="presParOf" srcId="{D7963B43-FD54-469E-9799-FFA7C0E36C41}" destId="{9DB98F8A-A256-417C-BA6A-83D762970741}" srcOrd="2" destOrd="0" presId="urn:microsoft.com/office/officeart/2008/layout/LinedList"/>
    <dgm:cxn modelId="{C20B84F6-6A2F-43EC-AB8B-7FA2122C678F}" type="presParOf" srcId="{62954A2E-5C84-490D-9F2E-D24D74FBA1CC}" destId="{4B710DE4-FF08-49C9-B8D4-4D9818A243CA}" srcOrd="5" destOrd="0" presId="urn:microsoft.com/office/officeart/2008/layout/LinedList"/>
    <dgm:cxn modelId="{20631DFD-1356-490C-8550-1E4DEFA4BEEB}" type="presParOf" srcId="{62954A2E-5C84-490D-9F2E-D24D74FBA1CC}" destId="{66B6F3B1-3BA0-4FDC-8AF6-483F2C8ACB3A}" srcOrd="6" destOrd="0" presId="urn:microsoft.com/office/officeart/2008/layout/LinedList"/>
    <dgm:cxn modelId="{939427B0-3717-4CF4-874D-98A924B37265}" type="presParOf" srcId="{62954A2E-5C84-490D-9F2E-D24D74FBA1CC}" destId="{91B3F17B-6E4B-47E3-88C5-E3639A0042F8}" srcOrd="7" destOrd="0" presId="urn:microsoft.com/office/officeart/2008/layout/LinedList"/>
    <dgm:cxn modelId="{EA557201-D449-4A70-8557-33163161B53A}" type="presParOf" srcId="{91B3F17B-6E4B-47E3-88C5-E3639A0042F8}" destId="{AEF3003B-4780-49B7-AD91-52AB444A6863}" srcOrd="0" destOrd="0" presId="urn:microsoft.com/office/officeart/2008/layout/LinedList"/>
    <dgm:cxn modelId="{C3F22957-8AEE-4D33-B4C4-635FBC522FB8}" type="presParOf" srcId="{91B3F17B-6E4B-47E3-88C5-E3639A0042F8}" destId="{0D95CA4C-35F5-4B01-AD64-7AA59F30D636}" srcOrd="1" destOrd="0" presId="urn:microsoft.com/office/officeart/2008/layout/LinedList"/>
    <dgm:cxn modelId="{9B94E2EA-A195-4E6C-9EE2-5B8ED65EE719}" type="presParOf" srcId="{91B3F17B-6E4B-47E3-88C5-E3639A0042F8}" destId="{E4D19536-4A86-4701-8E0B-60B523DC78E4}" srcOrd="2" destOrd="0" presId="urn:microsoft.com/office/officeart/2008/layout/LinedList"/>
    <dgm:cxn modelId="{BAF7C6C1-B9C2-4CC5-A8E9-04AA001F1D21}" type="presParOf" srcId="{62954A2E-5C84-490D-9F2E-D24D74FBA1CC}" destId="{47EEBF08-B98F-46DA-89B5-D090F14F20A1}" srcOrd="8" destOrd="0" presId="urn:microsoft.com/office/officeart/2008/layout/LinedList"/>
    <dgm:cxn modelId="{721C056C-6AD1-4E96-9A1B-588DCEEBB942}" type="presParOf" srcId="{62954A2E-5C84-490D-9F2E-D24D74FBA1CC}" destId="{A14D1638-F1DF-4270-B68C-349327182848}" srcOrd="9" destOrd="0" presId="urn:microsoft.com/office/officeart/2008/layout/LinedList"/>
    <dgm:cxn modelId="{7A2E5184-E077-4A7E-92CA-8C86BACD114D}" type="presParOf" srcId="{62954A2E-5C84-490D-9F2E-D24D74FBA1CC}" destId="{5DB5E6B8-EE2C-46B5-A88C-DF18B209081A}" srcOrd="10" destOrd="0" presId="urn:microsoft.com/office/officeart/2008/layout/LinedList"/>
    <dgm:cxn modelId="{DFD220AA-40B1-48BC-9916-9EEA380E2F70}" type="presParOf" srcId="{5DB5E6B8-EE2C-46B5-A88C-DF18B209081A}" destId="{25AD2E4F-A96B-4E7D-BC7F-887F9EEA2F27}" srcOrd="0" destOrd="0" presId="urn:microsoft.com/office/officeart/2008/layout/LinedList"/>
    <dgm:cxn modelId="{B465F644-8C8C-48FA-986E-0F3A9C5C7669}" type="presParOf" srcId="{5DB5E6B8-EE2C-46B5-A88C-DF18B209081A}" destId="{34578334-2730-407E-B36C-92341500165C}" srcOrd="1" destOrd="0" presId="urn:microsoft.com/office/officeart/2008/layout/LinedList"/>
    <dgm:cxn modelId="{1BB86CEF-CBAB-411A-964B-10C5A789EF65}" type="presParOf" srcId="{5DB5E6B8-EE2C-46B5-A88C-DF18B209081A}" destId="{678B3272-A54C-4D05-95FF-2B467478951D}" srcOrd="2" destOrd="0" presId="urn:microsoft.com/office/officeart/2008/layout/LinedList"/>
    <dgm:cxn modelId="{090E979D-90BC-4177-9556-500B5EC94224}" type="presParOf" srcId="{62954A2E-5C84-490D-9F2E-D24D74FBA1CC}" destId="{DE3DF354-37E4-4E2D-8D2B-231FC3AB45F9}" srcOrd="11" destOrd="0" presId="urn:microsoft.com/office/officeart/2008/layout/LinedList"/>
    <dgm:cxn modelId="{359C465D-6383-4477-9371-740240B68F58}" type="presParOf" srcId="{62954A2E-5C84-490D-9F2E-D24D74FBA1CC}" destId="{74A1B004-DECA-46F0-A66C-D001A1FF9AF4}" srcOrd="12" destOrd="0" presId="urn:microsoft.com/office/officeart/2008/layout/LinedList"/>
    <dgm:cxn modelId="{F61012C8-326E-44D3-86AA-F7DC2C9860D9}" type="presParOf" srcId="{62954A2E-5C84-490D-9F2E-D24D74FBA1CC}" destId="{EE20FD60-B25A-4B8B-A896-C31658373598}" srcOrd="13" destOrd="0" presId="urn:microsoft.com/office/officeart/2008/layout/LinedList"/>
    <dgm:cxn modelId="{6478DC6D-4913-4578-9140-B9D68C38A7AB}" type="presParOf" srcId="{EE20FD60-B25A-4B8B-A896-C31658373598}" destId="{3EAF2D22-D64A-4BC4-8A64-86162A4F3207}" srcOrd="0" destOrd="0" presId="urn:microsoft.com/office/officeart/2008/layout/LinedList"/>
    <dgm:cxn modelId="{6C749B2A-569F-4824-A91C-0F54C208403A}" type="presParOf" srcId="{EE20FD60-B25A-4B8B-A896-C31658373598}" destId="{6A60ED81-E866-48F3-B7D7-3C39204AD6CD}" srcOrd="1" destOrd="0" presId="urn:microsoft.com/office/officeart/2008/layout/LinedList"/>
    <dgm:cxn modelId="{96FB7FC3-98BD-4608-A748-7FD41FB26E51}" type="presParOf" srcId="{EE20FD60-B25A-4B8B-A896-C31658373598}" destId="{A56FB401-562F-40F1-A05C-62F254BDE9DD}" srcOrd="2" destOrd="0" presId="urn:microsoft.com/office/officeart/2008/layout/LinedList"/>
    <dgm:cxn modelId="{2975B9A5-A426-45FF-9AE9-B0C84E22DE70}" type="presParOf" srcId="{62954A2E-5C84-490D-9F2E-D24D74FBA1CC}" destId="{82DE04C2-5B76-413C-B79C-DC2CBF3C196A}" srcOrd="14" destOrd="0" presId="urn:microsoft.com/office/officeart/2008/layout/LinedList"/>
    <dgm:cxn modelId="{8D0CDE83-6097-49A8-A19C-774F30148074}" type="presParOf" srcId="{62954A2E-5C84-490D-9F2E-D24D74FBA1CC}" destId="{62F02792-8D30-4AD4-BFF7-16558A15B524}" srcOrd="15" destOrd="0" presId="urn:microsoft.com/office/officeart/2008/layout/LinedList"/>
    <dgm:cxn modelId="{09C3E9F2-2954-4B1F-8161-639D82C940FD}" type="presParOf" srcId="{62954A2E-5C84-490D-9F2E-D24D74FBA1CC}" destId="{F0D3B569-4309-4B2F-A208-FD82553E606F}" srcOrd="16" destOrd="0" presId="urn:microsoft.com/office/officeart/2008/layout/LinedList"/>
    <dgm:cxn modelId="{02063443-1DE9-4DF0-8E92-8A6BE76AE7EA}" type="presParOf" srcId="{F0D3B569-4309-4B2F-A208-FD82553E606F}" destId="{80980C67-7068-4685-937B-FDA248DA8017}" srcOrd="0" destOrd="0" presId="urn:microsoft.com/office/officeart/2008/layout/LinedList"/>
    <dgm:cxn modelId="{757CB67B-87C7-4795-AAEA-6555DF4C3A01}" type="presParOf" srcId="{F0D3B569-4309-4B2F-A208-FD82553E606F}" destId="{B90AA256-FD7F-476F-8E3B-90DE4A9EAF03}" srcOrd="1" destOrd="0" presId="urn:microsoft.com/office/officeart/2008/layout/LinedList"/>
    <dgm:cxn modelId="{7EC4B67F-4E8A-49B2-8CE8-9A1F3E698634}" type="presParOf" srcId="{F0D3B569-4309-4B2F-A208-FD82553E606F}" destId="{27B9F4A3-B581-4188-856A-AEB8F8765585}" srcOrd="2" destOrd="0" presId="urn:microsoft.com/office/officeart/2008/layout/LinedList"/>
    <dgm:cxn modelId="{5B00E677-06E3-420A-AC89-AC1DBC139675}" type="presParOf" srcId="{62954A2E-5C84-490D-9F2E-D24D74FBA1CC}" destId="{92BF88CD-E2B4-4794-9409-1A6D68E56865}" srcOrd="17" destOrd="0" presId="urn:microsoft.com/office/officeart/2008/layout/LinedList"/>
    <dgm:cxn modelId="{0071ACF1-2C6C-4AE7-8574-11DB5273977C}" type="presParOf" srcId="{62954A2E-5C84-490D-9F2E-D24D74FBA1CC}" destId="{9E767E99-48F0-46AE-B004-9B059506C7D7}" srcOrd="18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2298E-C583-4F7A-AEEA-5D4D5B06F0BB}">
      <dsp:nvSpPr>
        <dsp:cNvPr id="0" name=""/>
        <dsp:cNvSpPr/>
      </dsp:nvSpPr>
      <dsp:spPr>
        <a:xfrm>
          <a:off x="0" y="0"/>
          <a:ext cx="110172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A0F0C9-6879-4C25-8A15-1A247C6B484F}">
      <dsp:nvSpPr>
        <dsp:cNvPr id="0" name=""/>
        <dsp:cNvSpPr/>
      </dsp:nvSpPr>
      <dsp:spPr>
        <a:xfrm>
          <a:off x="0" y="0"/>
          <a:ext cx="3527994" cy="568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82880" rIns="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800" b="1" kern="1200" dirty="0">
              <a:latin typeface="+mj-lt"/>
            </a:rPr>
            <a:t>План</a:t>
          </a:r>
          <a:endParaRPr lang="ru-RU" sz="4800" b="1" kern="1200" dirty="0">
            <a:latin typeface="+mj-lt"/>
          </a:endParaRPr>
        </a:p>
      </dsp:txBody>
      <dsp:txXfrm>
        <a:off x="0" y="0"/>
        <a:ext cx="3527994" cy="5689600"/>
      </dsp:txXfrm>
    </dsp:sp>
    <dsp:sp modelId="{3A882090-ADFB-4E2C-89D1-CC547046FF5C}">
      <dsp:nvSpPr>
        <dsp:cNvPr id="0" name=""/>
        <dsp:cNvSpPr/>
      </dsp:nvSpPr>
      <dsp:spPr>
        <a:xfrm>
          <a:off x="3668399" y="44797"/>
          <a:ext cx="7347881" cy="895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b="1" kern="1200" dirty="0"/>
        </a:p>
      </dsp:txBody>
      <dsp:txXfrm>
        <a:off x="3668399" y="44797"/>
        <a:ext cx="7347881" cy="895945"/>
      </dsp:txXfrm>
    </dsp:sp>
    <dsp:sp modelId="{AF52386E-2D58-4DA5-9754-10BCEFEF7680}">
      <dsp:nvSpPr>
        <dsp:cNvPr id="0" name=""/>
        <dsp:cNvSpPr/>
      </dsp:nvSpPr>
      <dsp:spPr>
        <a:xfrm>
          <a:off x="3527994" y="940742"/>
          <a:ext cx="74882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638F7F-EB98-4B08-AF69-E34024F07CE5}">
      <dsp:nvSpPr>
        <dsp:cNvPr id="0" name=""/>
        <dsp:cNvSpPr/>
      </dsp:nvSpPr>
      <dsp:spPr>
        <a:xfrm>
          <a:off x="3668399" y="985539"/>
          <a:ext cx="7347881" cy="895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Фазові переходи</a:t>
          </a:r>
          <a:endParaRPr lang="ru-RU" sz="1600" b="1" kern="1200" dirty="0"/>
        </a:p>
      </dsp:txBody>
      <dsp:txXfrm>
        <a:off x="3668399" y="985539"/>
        <a:ext cx="7347881" cy="895945"/>
      </dsp:txXfrm>
    </dsp:sp>
    <dsp:sp modelId="{4B710DE4-FF08-49C9-B8D4-4D9818A243CA}">
      <dsp:nvSpPr>
        <dsp:cNvPr id="0" name=""/>
        <dsp:cNvSpPr/>
      </dsp:nvSpPr>
      <dsp:spPr>
        <a:xfrm>
          <a:off x="3527994" y="1881485"/>
          <a:ext cx="74882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95CA4C-35F5-4B01-AD64-7AA59F30D636}">
      <dsp:nvSpPr>
        <dsp:cNvPr id="0" name=""/>
        <dsp:cNvSpPr/>
      </dsp:nvSpPr>
      <dsp:spPr>
        <a:xfrm>
          <a:off x="3668399" y="1926282"/>
          <a:ext cx="7347881" cy="895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Ключові терміни</a:t>
          </a:r>
          <a:endParaRPr lang="ru-RU" sz="1600" b="1" kern="1200" dirty="0"/>
        </a:p>
      </dsp:txBody>
      <dsp:txXfrm>
        <a:off x="3668399" y="1926282"/>
        <a:ext cx="7347881" cy="895945"/>
      </dsp:txXfrm>
    </dsp:sp>
    <dsp:sp modelId="{47EEBF08-B98F-46DA-89B5-D090F14F20A1}">
      <dsp:nvSpPr>
        <dsp:cNvPr id="0" name=""/>
        <dsp:cNvSpPr/>
      </dsp:nvSpPr>
      <dsp:spPr>
        <a:xfrm>
          <a:off x="3527994" y="2822227"/>
          <a:ext cx="74882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578334-2730-407E-B36C-92341500165C}">
      <dsp:nvSpPr>
        <dsp:cNvPr id="0" name=""/>
        <dsp:cNvSpPr/>
      </dsp:nvSpPr>
      <dsp:spPr>
        <a:xfrm>
          <a:off x="3668399" y="2867025"/>
          <a:ext cx="7347881" cy="895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Історичний розвиток</a:t>
          </a:r>
          <a:endParaRPr lang="ru-RU" sz="1600" b="1" kern="1200" dirty="0"/>
        </a:p>
      </dsp:txBody>
      <dsp:txXfrm>
        <a:off x="3668399" y="2867025"/>
        <a:ext cx="7347881" cy="895945"/>
      </dsp:txXfrm>
    </dsp:sp>
    <dsp:sp modelId="{DE3DF354-37E4-4E2D-8D2B-231FC3AB45F9}">
      <dsp:nvSpPr>
        <dsp:cNvPr id="0" name=""/>
        <dsp:cNvSpPr/>
      </dsp:nvSpPr>
      <dsp:spPr>
        <a:xfrm>
          <a:off x="3527994" y="3762970"/>
          <a:ext cx="74882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60ED81-E866-48F3-B7D7-3C39204AD6CD}">
      <dsp:nvSpPr>
        <dsp:cNvPr id="0" name=""/>
        <dsp:cNvSpPr/>
      </dsp:nvSpPr>
      <dsp:spPr>
        <a:xfrm>
          <a:off x="3668399" y="3807767"/>
          <a:ext cx="7347881" cy="895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Теорія процесів</a:t>
          </a:r>
          <a:endParaRPr lang="ru-RU" sz="1600" b="1" kern="1200" dirty="0"/>
        </a:p>
      </dsp:txBody>
      <dsp:txXfrm>
        <a:off x="3668399" y="3807767"/>
        <a:ext cx="7347881" cy="895945"/>
      </dsp:txXfrm>
    </dsp:sp>
    <dsp:sp modelId="{82DE04C2-5B76-413C-B79C-DC2CBF3C196A}">
      <dsp:nvSpPr>
        <dsp:cNvPr id="0" name=""/>
        <dsp:cNvSpPr/>
      </dsp:nvSpPr>
      <dsp:spPr>
        <a:xfrm>
          <a:off x="3527994" y="4703712"/>
          <a:ext cx="74882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0AA256-FD7F-476F-8E3B-90DE4A9EAF03}">
      <dsp:nvSpPr>
        <dsp:cNvPr id="0" name=""/>
        <dsp:cNvSpPr/>
      </dsp:nvSpPr>
      <dsp:spPr>
        <a:xfrm>
          <a:off x="3668399" y="4748510"/>
          <a:ext cx="7347881" cy="895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Порівняння явищ</a:t>
          </a:r>
          <a:endParaRPr lang="ru-RU" sz="1600" b="1" kern="1200" dirty="0"/>
        </a:p>
      </dsp:txBody>
      <dsp:txXfrm>
        <a:off x="3668399" y="4748510"/>
        <a:ext cx="7347881" cy="895945"/>
      </dsp:txXfrm>
    </dsp:sp>
    <dsp:sp modelId="{92BF88CD-E2B4-4794-9409-1A6D68E56865}">
      <dsp:nvSpPr>
        <dsp:cNvPr id="0" name=""/>
        <dsp:cNvSpPr/>
      </dsp:nvSpPr>
      <dsp:spPr>
        <a:xfrm>
          <a:off x="3527994" y="5644455"/>
          <a:ext cx="74882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1F2B93-B845-AF48-82E9-B7430DD7EFAD}" type="datetimeFigureOut">
              <a:rPr lang="ru-UA" smtClean="0"/>
              <a:t>14.04.2026</a:t>
            </a:fld>
            <a:endParaRPr lang="ru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2A05D0-4DB6-3544-97EA-13C91B3CB14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520493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A8005-317F-C348-1C1B-2C967DEBC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888FA1-48EE-89E8-D44B-DF26D5DE7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6DDEB4-C103-4844-F56C-DF5D50110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F6681-3B40-B7EE-EFC9-2AE325EA37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FD519-5C80-45A9-AC41-914ADC85AB0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0239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FD519-5C80-45A9-AC41-914ADC85AB0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942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8B1423-9E3B-3C44-595A-2E4EB3551D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6612145-5639-4C62-5CC7-CE9899060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C7B6AA-FDCD-58C0-2B85-54F5B8C92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8575E-8387-0F4D-844D-02144F9EEFB2}" type="datetimeFigureOut">
              <a:rPr lang="ru-UA" smtClean="0"/>
              <a:t>14.04.2026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03A2E5-8C2E-45CE-30E1-70A6BB193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24BDCE-8034-CFE7-50DF-E022A52CC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592C8-D05B-D74A-B8CE-4A01B279A9D3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560876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0AD985-4291-F6C2-FD30-D4844D3D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7034B3-09B0-0BC0-20EF-3C43F626C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E63F36-0FFA-790C-2FEA-6A20874F4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8575E-8387-0F4D-844D-02144F9EEFB2}" type="datetimeFigureOut">
              <a:rPr lang="ru-UA" smtClean="0"/>
              <a:t>14.04.2026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B05F93-2B44-C69F-CD03-8EE23F88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C655ED-9BBC-3422-C472-1DBDC976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592C8-D05B-D74A-B8CE-4A01B279A9D3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073844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BBDADA-57CC-3A46-7E38-85BBD527B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B89EE1-79C9-F1FB-CA6D-D5E222214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77AA84-D45C-0A42-C241-7075AFB6D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8575E-8387-0F4D-844D-02144F9EEFB2}" type="datetimeFigureOut">
              <a:rPr lang="ru-UA" smtClean="0"/>
              <a:t>14.04.2026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DE760E-8FB3-7F53-1867-7DD69E5AD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B9E72B-1A91-E486-9CA2-F6E00E6C1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592C8-D05B-D74A-B8CE-4A01B279A9D3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41152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B4CC76-6462-997C-DB50-162EDC36D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E4DD44-068A-D679-B8E4-E843FEF637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0EB9526-D02F-D97E-9DD3-1E4966694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5A8EAE-4445-ACF8-57BF-D9B9B52F2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8575E-8387-0F4D-844D-02144F9EEFB2}" type="datetimeFigureOut">
              <a:rPr lang="ru-UA" smtClean="0"/>
              <a:t>14.04.2026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8F3EFC-C39F-A844-2C7D-5E5E470CB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E2859C-A47F-CCAB-2C04-A901014CC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592C8-D05B-D74A-B8CE-4A01B279A9D3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381321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6BFAA5-1A4B-FE0E-6940-0B8C2F400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BBADF2-657B-30E8-95BD-1DCE7030C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B68DA72-1BC9-66E7-0082-51A8B3381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C95DBA-DF04-DD16-E583-835793B785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DF1913A-66DB-62FE-7A65-9808859FB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B40A7DB-E591-3D67-EBF0-020E19BC8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8575E-8387-0F4D-844D-02144F9EEFB2}" type="datetimeFigureOut">
              <a:rPr lang="ru-UA" smtClean="0"/>
              <a:t>14.04.2026</a:t>
            </a:fld>
            <a:endParaRPr lang="ru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E46C54D-F879-DCB0-CF89-53269C85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610010F-F187-ECA6-E26C-8630BB1EF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592C8-D05B-D74A-B8CE-4A01B279A9D3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888562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F841D4-00DC-E44E-E001-C7499F316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A992BE1-3DAB-5790-19C1-01CB9756D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8575E-8387-0F4D-844D-02144F9EEFB2}" type="datetimeFigureOut">
              <a:rPr lang="ru-UA" smtClean="0"/>
              <a:t>14.04.2026</a:t>
            </a:fld>
            <a:endParaRPr lang="ru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606FE90-49BA-BFDA-28AC-9050EA96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C878F29-346B-7E68-EE1C-FD55FCF25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592C8-D05B-D74A-B8CE-4A01B279A9D3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548524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911BF8E-8D59-A427-D4B9-B2F10F062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8575E-8387-0F4D-844D-02144F9EEFB2}" type="datetimeFigureOut">
              <a:rPr lang="ru-UA" smtClean="0"/>
              <a:t>14.04.2026</a:t>
            </a:fld>
            <a:endParaRPr lang="ru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4BC805D-EF00-FC67-5440-E14EEBC5A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EC0E85-A55B-5F2F-3FAD-2514182D1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592C8-D05B-D74A-B8CE-4A01B279A9D3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893347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9A9D04-F118-09FF-4DF2-58E380840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BC973C-50BB-A1E7-EF13-A7CE2A085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47F74C9-3BF2-A1B0-898B-F0D5AFE8C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98A84C-37EB-09F5-937F-286C0153A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8575E-8387-0F4D-844D-02144F9EEFB2}" type="datetimeFigureOut">
              <a:rPr lang="ru-UA" smtClean="0"/>
              <a:t>14.04.2026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53B4EA-1AF7-9FE4-D68C-30B93F89F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B01293-25D1-B502-E36D-3859F7ACB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592C8-D05B-D74A-B8CE-4A01B279A9D3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93491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B0A202-1E06-434C-57F4-3A4F8271E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88AAD6F-305E-DB90-BE51-930BB0E8B8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3C4030-3078-6CCD-455F-EDB185999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8B0C3C-FAF5-3055-0963-910A1D340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8575E-8387-0F4D-844D-02144F9EEFB2}" type="datetimeFigureOut">
              <a:rPr lang="ru-UA" smtClean="0"/>
              <a:t>14.04.2026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E03C74-91D6-D746-CAA0-8297E5854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415E16-50D2-CFCF-AFC2-FAEB2521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592C8-D05B-D74A-B8CE-4A01B279A9D3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710392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F52AEB-5095-00B2-7477-8C30F9DA0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FF7D6B-0A7E-BC9B-684C-D6F28246D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19EB0C-FFD0-AB69-A8BC-3833CC1B2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8575E-8387-0F4D-844D-02144F9EEFB2}" type="datetimeFigureOut">
              <a:rPr lang="ru-UA" smtClean="0"/>
              <a:t>14.04.2026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34CAE9-EA77-B5C2-59AA-0FD85212E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648824-464D-C7EF-3A6E-CE766FF00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592C8-D05B-D74A-B8CE-4A01B279A9D3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036662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D61F823-71BB-04CE-6457-2776019BDB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DBF22E-2BC1-890B-1654-4735E92019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F32203-E4BB-79C6-2BB2-4A405D50B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8575E-8387-0F4D-844D-02144F9EEFB2}" type="datetimeFigureOut">
              <a:rPr lang="ru-UA" smtClean="0"/>
              <a:t>14.04.2026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520C45-31C4-B540-497B-52BC019E5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49C802-17BF-22ED-AA0A-50C361E71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592C8-D05B-D74A-B8CE-4A01B279A9D3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083083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">
            <a:extLst>
              <a:ext uri="{FF2B5EF4-FFF2-40B4-BE49-F238E27FC236}">
                <a16:creationId xmlns:a16="http://schemas.microsoft.com/office/drawing/2014/main" id="{223F48A4-0CCF-0C28-9E50-D0F84656D860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7374" y="1331420"/>
            <a:ext cx="11017251" cy="697948"/>
          </a:xfr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4A8819-E9F9-5106-6F1C-D0EB008F4E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195" y="584200"/>
            <a:ext cx="11044430" cy="60567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2000"/>
              </a:lnSpc>
              <a:defRPr sz="4800" b="1" spc="-150" baseline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AE81A2FB-9B14-1EF6-01A0-CE2FF802755F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87374" y="2173822"/>
            <a:ext cx="11017251" cy="4099978"/>
          </a:xfrm>
        </p:spPr>
        <p:txBody>
          <a:bodyPr/>
          <a:lstStyle/>
          <a:p>
            <a:endParaRPr lang="ru-RU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0231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eroBox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martArt Placeholder 7">
            <a:extLst>
              <a:ext uri="{FF2B5EF4-FFF2-40B4-BE49-F238E27FC236}">
                <a16:creationId xmlns:a16="http://schemas.microsoft.com/office/drawing/2014/main" id="{F9D5C596-4004-F777-2337-ED7C09C6E119}"/>
              </a:ext>
            </a:extLst>
          </p:cNvPr>
          <p:cNvSpPr>
            <a:spLocks noGrp="1"/>
          </p:cNvSpPr>
          <p:nvPr>
            <p:ph type="dgm" sz="quarter" idx="23"/>
          </p:nvPr>
        </p:nvSpPr>
        <p:spPr>
          <a:xfrm>
            <a:off x="587375" y="584201"/>
            <a:ext cx="11017250" cy="5689600"/>
          </a:xfrm>
        </p:spPr>
        <p:txBody>
          <a:bodyPr/>
          <a:lstStyle/>
          <a:p>
            <a:endParaRPr lang="ru-RU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948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box2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C40E2E2-40DE-4BAD-679C-1C67604E8D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195" y="584200"/>
            <a:ext cx="11064750" cy="12113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2000"/>
              </a:lnSpc>
              <a:defRPr sz="4800" b="1" spc="-110" baseline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1C6621-4710-BC8B-2BD2-DCE32DC729E1}"/>
              </a:ext>
            </a:extLst>
          </p:cNvPr>
          <p:cNvSpPr/>
          <p:nvPr userDrawn="1"/>
        </p:nvSpPr>
        <p:spPr>
          <a:xfrm>
            <a:off x="6096000" y="2086940"/>
            <a:ext cx="5795963" cy="4474198"/>
          </a:xfrm>
          <a:prstGeom prst="roundRect">
            <a:avLst>
              <a:gd name="adj" fmla="val 62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Subtitle Placeholder">
            <a:extLst>
              <a:ext uri="{FF2B5EF4-FFF2-40B4-BE49-F238E27FC236}">
                <a16:creationId xmlns:a16="http://schemas.microsoft.com/office/drawing/2014/main" id="{CDE08F70-1E3D-6B73-3BB0-1D6352E3DE21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87376" y="2443826"/>
            <a:ext cx="5292674" cy="522000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spc="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D3762683-B0D9-1C87-3A8E-443B4A5063D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87375" y="2969539"/>
            <a:ext cx="5292674" cy="3280363"/>
          </a:xfrm>
        </p:spPr>
        <p:txBody>
          <a:bodyPr wrap="square" lIns="0" tIns="180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3" name="Subtitle Placeholder">
            <a:extLst>
              <a:ext uri="{FF2B5EF4-FFF2-40B4-BE49-F238E27FC236}">
                <a16:creationId xmlns:a16="http://schemas.microsoft.com/office/drawing/2014/main" id="{DF03B89E-7ABA-85FF-B16C-DE9DA7F622F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384000" y="2443826"/>
            <a:ext cx="5220714" cy="522000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spc="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 Placeholder">
            <a:extLst>
              <a:ext uri="{FF2B5EF4-FFF2-40B4-BE49-F238E27FC236}">
                <a16:creationId xmlns:a16="http://schemas.microsoft.com/office/drawing/2014/main" id="{FF1DEC0A-7AC5-84A4-86DA-13613B7F56D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383995" y="2969539"/>
            <a:ext cx="5220629" cy="3279600"/>
          </a:xfrm>
        </p:spPr>
        <p:txBody>
          <a:bodyPr wrap="square" lIns="0" tIns="180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280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A8819-E9F9-5106-6F1C-D0EB008F4E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195" y="584200"/>
            <a:ext cx="11044430" cy="12113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2000"/>
              </a:lnSpc>
              <a:defRPr sz="4800" b="1" spc="-110" baseline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ru-RU" dirty="0"/>
            </a:br>
            <a:endParaRPr lang="ru-RU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88F43DB-59AB-7777-8C65-7D307DAE53AB}"/>
              </a:ext>
            </a:extLst>
          </p:cNvPr>
          <p:cNvSpPr/>
          <p:nvPr userDrawn="1"/>
        </p:nvSpPr>
        <p:spPr>
          <a:xfrm>
            <a:off x="584964" y="2342275"/>
            <a:ext cx="2584800" cy="831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D73E169-9DD7-C636-1A9B-CDF2CFF09C71}"/>
              </a:ext>
            </a:extLst>
          </p:cNvPr>
          <p:cNvSpPr/>
          <p:nvPr userDrawn="1"/>
        </p:nvSpPr>
        <p:spPr>
          <a:xfrm>
            <a:off x="3403636" y="2342275"/>
            <a:ext cx="2584800" cy="8316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A2ED294-A116-FF26-229F-8599E0F9BBF1}"/>
              </a:ext>
            </a:extLst>
          </p:cNvPr>
          <p:cNvSpPr/>
          <p:nvPr userDrawn="1"/>
        </p:nvSpPr>
        <p:spPr>
          <a:xfrm>
            <a:off x="6211726" y="2342275"/>
            <a:ext cx="2584800" cy="831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DD3556FB-9F66-B1CC-7DDC-D51BA8FFBBCD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6211726" y="2342275"/>
            <a:ext cx="2584800" cy="831600"/>
          </a:xfrm>
        </p:spPr>
        <p:txBody>
          <a:bodyPr wrap="square" lIns="216000" tIns="0" rIns="216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Subtitle Placeholder">
            <a:extLst>
              <a:ext uri="{FF2B5EF4-FFF2-40B4-BE49-F238E27FC236}">
                <a16:creationId xmlns:a16="http://schemas.microsoft.com/office/drawing/2014/main" id="{41CCF543-48FD-672A-C5C4-89D6D1E7C768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584964" y="2342275"/>
            <a:ext cx="2584800" cy="831600"/>
          </a:xfrm>
        </p:spPr>
        <p:txBody>
          <a:bodyPr wrap="square" lIns="216000" tIns="0" rIns="216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Subtitle Placeholder">
            <a:extLst>
              <a:ext uri="{FF2B5EF4-FFF2-40B4-BE49-F238E27FC236}">
                <a16:creationId xmlns:a16="http://schemas.microsoft.com/office/drawing/2014/main" id="{5F660A1A-E1A2-32D8-A5DC-A4768A11324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403636" y="2342275"/>
            <a:ext cx="2584800" cy="831600"/>
          </a:xfrm>
        </p:spPr>
        <p:txBody>
          <a:bodyPr wrap="square" lIns="216000" tIns="0" rIns="216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9F36D17-4351-C0B0-5ECC-05D149118657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4964" y="3459593"/>
            <a:ext cx="2584800" cy="522000"/>
          </a:xfrm>
        </p:spPr>
        <p:txBody>
          <a:bodyPr wrap="square" lIns="0" tIns="0" rIns="0" bIns="0" anchor="b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600" b="1" spc="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B1AFADD8-807C-78EE-640E-4AF2A82E56A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4964" y="3989288"/>
            <a:ext cx="2584800" cy="2283749"/>
          </a:xfrm>
        </p:spPr>
        <p:txBody>
          <a:bodyPr wrap="square" lIns="0" tIns="14400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ubtitle Placeholder">
            <a:extLst>
              <a:ext uri="{FF2B5EF4-FFF2-40B4-BE49-F238E27FC236}">
                <a16:creationId xmlns:a16="http://schemas.microsoft.com/office/drawing/2014/main" id="{2BBFB91F-6451-552E-823F-D3507E9199F1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3403636" y="3459593"/>
            <a:ext cx="2584800" cy="522000"/>
          </a:xfrm>
        </p:spPr>
        <p:txBody>
          <a:bodyPr wrap="square" lIns="0" tIns="0" rIns="0" bIns="0" anchor="b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600" b="1" spc="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5BC64D7B-7EEC-A1AB-F90A-2599C05D20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3403636" y="3987585"/>
            <a:ext cx="2584800" cy="2282400"/>
          </a:xfrm>
        </p:spPr>
        <p:txBody>
          <a:bodyPr wrap="square" lIns="0" tIns="14400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286A4167-8694-2EA7-3D04-D48D204E77D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6211726" y="3459593"/>
            <a:ext cx="2584800" cy="522000"/>
          </a:xfrm>
        </p:spPr>
        <p:txBody>
          <a:bodyPr wrap="square" lIns="0" tIns="0" rIns="0" bIns="0" anchor="b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600" b="1" spc="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4B21E5D9-3D55-177C-2154-5B1BE1EB0229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6211726" y="3987585"/>
            <a:ext cx="2584800" cy="2282400"/>
          </a:xfrm>
        </p:spPr>
        <p:txBody>
          <a:bodyPr wrap="square" lIns="0" tIns="14400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915C247E-009D-FD28-15C4-3AEDC60E0864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9019815" y="3459593"/>
            <a:ext cx="2584800" cy="522000"/>
          </a:xfrm>
        </p:spPr>
        <p:txBody>
          <a:bodyPr wrap="square" lIns="0" tIns="0" rIns="0" bIns="0" anchor="b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600" b="1" spc="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1201EA2B-5036-C925-50C6-7553D0EC6B07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9019815" y="3987585"/>
            <a:ext cx="2584800" cy="2282400"/>
          </a:xfrm>
        </p:spPr>
        <p:txBody>
          <a:bodyPr wrap="square" lIns="0" tIns="14400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02B2CAE-3062-8EC4-9B96-88CD2D30A511}"/>
              </a:ext>
            </a:extLst>
          </p:cNvPr>
          <p:cNvSpPr/>
          <p:nvPr userDrawn="1"/>
        </p:nvSpPr>
        <p:spPr>
          <a:xfrm>
            <a:off x="9019815" y="2342275"/>
            <a:ext cx="2584800" cy="8316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Subtitle Placeholder">
            <a:extLst>
              <a:ext uri="{FF2B5EF4-FFF2-40B4-BE49-F238E27FC236}">
                <a16:creationId xmlns:a16="http://schemas.microsoft.com/office/drawing/2014/main" id="{0B6E395E-3E26-5E80-3A5A-EF1AAF68F783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9019815" y="2342275"/>
            <a:ext cx="2584800" cy="831600"/>
          </a:xfrm>
        </p:spPr>
        <p:txBody>
          <a:bodyPr wrap="square" lIns="216000" tIns="0" rIns="216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1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720F714E-EDF9-5437-9689-58E265A3C45A}"/>
              </a:ext>
            </a:extLst>
          </p:cNvPr>
          <p:cNvSpPr/>
          <p:nvPr userDrawn="1"/>
        </p:nvSpPr>
        <p:spPr>
          <a:xfrm rot="5400000">
            <a:off x="3129080" y="2685650"/>
            <a:ext cx="226218" cy="1448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7555A144-855E-616A-92B5-8DAFF739AB94}"/>
              </a:ext>
            </a:extLst>
          </p:cNvPr>
          <p:cNvSpPr/>
          <p:nvPr userDrawn="1"/>
        </p:nvSpPr>
        <p:spPr>
          <a:xfrm rot="5400000">
            <a:off x="5939591" y="2685650"/>
            <a:ext cx="226218" cy="14485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D742E914-2CD6-50BA-1ADB-50D03F06FA25}"/>
              </a:ext>
            </a:extLst>
          </p:cNvPr>
          <p:cNvSpPr/>
          <p:nvPr userDrawn="1"/>
        </p:nvSpPr>
        <p:spPr>
          <a:xfrm rot="5400000">
            <a:off x="8755654" y="2685650"/>
            <a:ext cx="226218" cy="144850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Free Bad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659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box4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C40E2E2-40DE-4BAD-679C-1C67604E8D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195" y="584200"/>
            <a:ext cx="11064750" cy="12113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2000"/>
              </a:lnSpc>
              <a:defRPr sz="4800" b="1" spc="-110" baseline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BC6E3544-89FA-F186-5552-1FB23F93E8B7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315430" y="2286921"/>
            <a:ext cx="5285847" cy="280782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spc="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76C5A978-B21B-5F1B-8A8B-2D0DB5DAAC80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315431" y="2575502"/>
            <a:ext cx="5289193" cy="1360800"/>
          </a:xfrm>
        </p:spPr>
        <p:txBody>
          <a:bodyPr wrap="square" lIns="0" tIns="180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ubtitle Placeholder">
            <a:extLst>
              <a:ext uri="{FF2B5EF4-FFF2-40B4-BE49-F238E27FC236}">
                <a16:creationId xmlns:a16="http://schemas.microsoft.com/office/drawing/2014/main" id="{5DFCDC7A-D9FB-C5E9-F9A3-8DC648095954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87376" y="2286921"/>
            <a:ext cx="5285757" cy="280782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spc="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5E508806-0BB5-2213-DF65-2F2FCE1565DB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87375" y="2575502"/>
            <a:ext cx="5285762" cy="1359837"/>
          </a:xfrm>
        </p:spPr>
        <p:txBody>
          <a:bodyPr wrap="square" lIns="0" tIns="180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5387D5-153D-E71C-73DA-4E0D296AD2A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237740"/>
            <a:ext cx="0" cy="4038069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ubtitle Placeholder">
            <a:extLst>
              <a:ext uri="{FF2B5EF4-FFF2-40B4-BE49-F238E27FC236}">
                <a16:creationId xmlns:a16="http://schemas.microsoft.com/office/drawing/2014/main" id="{AB770B6E-A043-F1B9-3D8F-BAEC6C8FBE69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6315431" y="4624419"/>
            <a:ext cx="5289278" cy="280782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spc="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627EE95A-FD12-37A9-B508-25C00E8E63C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6315433" y="4913000"/>
            <a:ext cx="5289192" cy="1360800"/>
          </a:xfrm>
        </p:spPr>
        <p:txBody>
          <a:bodyPr wrap="square" lIns="0" tIns="180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Subtitle Placeholder">
            <a:extLst>
              <a:ext uri="{FF2B5EF4-FFF2-40B4-BE49-F238E27FC236}">
                <a16:creationId xmlns:a16="http://schemas.microsoft.com/office/drawing/2014/main" id="{42EA313A-1A68-F989-26A1-703EDDDEB355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587375" y="4624419"/>
            <a:ext cx="5285759" cy="280782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spc="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D4B80B66-BD23-143D-ECFD-F26D516360D6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587375" y="4913000"/>
            <a:ext cx="5285759" cy="1359837"/>
          </a:xfrm>
        </p:spPr>
        <p:txBody>
          <a:bodyPr wrap="square" lIns="0" tIns="180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1D8C99-4844-97A5-6CF6-83865409869A}"/>
              </a:ext>
            </a:extLst>
          </p:cNvPr>
          <p:cNvCxnSpPr>
            <a:cxnSpLocks/>
          </p:cNvCxnSpPr>
          <p:nvPr userDrawn="1"/>
        </p:nvCxnSpPr>
        <p:spPr>
          <a:xfrm>
            <a:off x="587375" y="4259288"/>
            <a:ext cx="11017249" cy="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1560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box1V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13A9E3EB-D214-82A9-F634-E749D41D638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290953" y="296863"/>
            <a:ext cx="4597200" cy="6264275"/>
          </a:xfrm>
          <a:prstGeom prst="roundRect">
            <a:avLst>
              <a:gd name="adj" fmla="val 611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C40E2E2-40DE-4BAD-679C-1C67604E8D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195" y="584200"/>
            <a:ext cx="6437601" cy="1211357"/>
          </a:xfrm>
          <a:prstGeom prst="rect">
            <a:avLst/>
          </a:prstGeom>
        </p:spPr>
        <p:txBody>
          <a:bodyPr vert="horz" wrap="square" lIns="0" tIns="0" rIns="216000" bIns="0" rtlCol="0" anchor="t" anchorCtr="0">
            <a:noAutofit/>
          </a:bodyPr>
          <a:lstStyle>
            <a:lvl1pPr algn="l">
              <a:lnSpc>
                <a:spcPct val="82000"/>
              </a:lnSpc>
              <a:defRPr sz="4800" b="1" spc="-110" baseline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ru-RU" dirty="0"/>
            </a:br>
            <a:endParaRPr lang="ru-RU" dirty="0"/>
          </a:p>
        </p:txBody>
      </p:sp>
      <p:sp>
        <p:nvSpPr>
          <p:cNvPr id="11" name="Subtitle Placeholder">
            <a:extLst>
              <a:ext uri="{FF2B5EF4-FFF2-40B4-BE49-F238E27FC236}">
                <a16:creationId xmlns:a16="http://schemas.microsoft.com/office/drawing/2014/main" id="{827FF808-D7AA-6F65-AA90-E0821F5A3B0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2337" y="2365842"/>
            <a:ext cx="6391567" cy="249620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spc="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Text Placeholder">
            <a:extLst>
              <a:ext uri="{FF2B5EF4-FFF2-40B4-BE49-F238E27FC236}">
                <a16:creationId xmlns:a16="http://schemas.microsoft.com/office/drawing/2014/main" id="{C9EE61DB-FDE5-A679-0104-EFE601E5A82C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92337" y="2759462"/>
            <a:ext cx="6391462" cy="3520429"/>
          </a:xfrm>
        </p:spPr>
        <p:txBody>
          <a:bodyPr wrap="square" lIns="0" tIns="180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D6D2847-F658-5D68-494B-CA261C8F554E}"/>
              </a:ext>
            </a:extLst>
          </p:cNvPr>
          <p:cNvCxnSpPr>
            <a:cxnSpLocks/>
          </p:cNvCxnSpPr>
          <p:nvPr userDrawn="1"/>
        </p:nvCxnSpPr>
        <p:spPr>
          <a:xfrm>
            <a:off x="587375" y="2759462"/>
            <a:ext cx="6392363" cy="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8174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09BA434-508F-9932-7F62-073F3386728A}"/>
              </a:ext>
            </a:extLst>
          </p:cNvPr>
          <p:cNvSpPr/>
          <p:nvPr userDrawn="1"/>
        </p:nvSpPr>
        <p:spPr>
          <a:xfrm rot="16200000">
            <a:off x="2963864" y="-2366963"/>
            <a:ext cx="6264275" cy="11591926"/>
          </a:xfrm>
          <a:prstGeom prst="roundRect">
            <a:avLst>
              <a:gd name="adj" fmla="val 492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1" y="878200"/>
            <a:ext cx="10442573" cy="272574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2000"/>
              </a:lnSpc>
              <a:defRPr sz="7200" b="1" spc="-150" baseline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A1E8A89B-645C-8AB1-3B52-88BB68EB59D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74713" y="4348702"/>
            <a:ext cx="5329238" cy="1603837"/>
          </a:xfr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39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26069-4CA2-B2E7-B443-6B93B5809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AE96B5-87D4-21EC-225D-EE9B4923C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4E8A07-2D17-1DA1-E42D-D36A1100E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A8575E-8387-0F4D-844D-02144F9EEFB2}" type="datetimeFigureOut">
              <a:rPr lang="ru-UA" smtClean="0"/>
              <a:t>14.04.2026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94BCC4-302D-01F4-70CD-8DCC4D270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1E84C7-4116-8FF8-019E-574EAC928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4592C8-D05B-D74A-B8CE-4A01B279A9D3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253059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BC626-9493-4173-4785-B4E4251F3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207" y="566333"/>
            <a:ext cx="11007418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C0C7E-C392-88D5-6F37-5427AF82E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207" y="1825625"/>
            <a:ext cx="110074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14550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2" r:id="rId1"/>
    <p:sldLayoutId id="2147484239" r:id="rId2"/>
    <p:sldLayoutId id="2147484174" r:id="rId3"/>
    <p:sldLayoutId id="2147484202" r:id="rId4"/>
    <p:sldLayoutId id="2147484188" r:id="rId5"/>
    <p:sldLayoutId id="2147484186" r:id="rId6"/>
    <p:sldLayoutId id="2147484161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70" userDrawn="1">
          <p15:clr>
            <a:srgbClr val="F26B43"/>
          </p15:clr>
        </p15:guide>
        <p15:guide id="4" pos="7310" userDrawn="1">
          <p15:clr>
            <a:srgbClr val="F26B43"/>
          </p15:clr>
        </p15:guide>
        <p15:guide id="5" orient="horz" pos="368" userDrawn="1">
          <p15:clr>
            <a:srgbClr val="F26B43"/>
          </p15:clr>
        </p15:guide>
        <p15:guide id="6" orient="horz" pos="3952" userDrawn="1">
          <p15:clr>
            <a:srgbClr val="F26B43"/>
          </p15:clr>
        </p15:guide>
        <p15:guide id="12" pos="2003" userDrawn="1">
          <p15:clr>
            <a:srgbClr val="A4A3A4"/>
          </p15:clr>
        </p15:guide>
        <p15:guide id="13" pos="2139" userDrawn="1">
          <p15:clr>
            <a:srgbClr val="A4A3A4"/>
          </p15:clr>
        </p15:guide>
        <p15:guide id="14" pos="5541" userDrawn="1">
          <p15:clr>
            <a:srgbClr val="A4A3A4"/>
          </p15:clr>
        </p15:guide>
        <p15:guide id="15" pos="5677" userDrawn="1">
          <p15:clr>
            <a:srgbClr val="A4A3A4"/>
          </p15:clr>
        </p15:guide>
        <p15:guide id="16" pos="3772" userDrawn="1">
          <p15:clr>
            <a:srgbClr val="A4A3A4"/>
          </p15:clr>
        </p15:guide>
        <p15:guide id="17" pos="3908" userDrawn="1">
          <p15:clr>
            <a:srgbClr val="A4A3A4"/>
          </p15:clr>
        </p15:guide>
        <p15:guide id="18" pos="2593" userDrawn="1">
          <p15:clr>
            <a:srgbClr val="9FCC3B"/>
          </p15:clr>
        </p15:guide>
        <p15:guide id="19" pos="2729" userDrawn="1">
          <p15:clr>
            <a:srgbClr val="9FCC3B"/>
          </p15:clr>
        </p15:guide>
        <p15:guide id="20" pos="4951" userDrawn="1">
          <p15:clr>
            <a:srgbClr val="9FCC3B"/>
          </p15:clr>
        </p15:guide>
        <p15:guide id="21" pos="5087" userDrawn="1">
          <p15:clr>
            <a:srgbClr val="9FCC3B"/>
          </p15:clr>
        </p15:guide>
        <p15:guide id="22" orient="horz" pos="663" userDrawn="1">
          <p15:clr>
            <a:srgbClr val="F26B43"/>
          </p15:clr>
        </p15:guide>
        <p15:guide id="23" orient="horz" pos="187" userDrawn="1">
          <p15:clr>
            <a:srgbClr val="5ACBF0"/>
          </p15:clr>
        </p15:guide>
        <p15:guide id="24" pos="189" userDrawn="1">
          <p15:clr>
            <a:srgbClr val="5ACBF0"/>
          </p15:clr>
        </p15:guide>
        <p15:guide id="25" orient="horz" pos="4133" userDrawn="1">
          <p15:clr>
            <a:srgbClr val="5ACBF0"/>
          </p15:clr>
        </p15:guide>
        <p15:guide id="26" pos="7491" userDrawn="1">
          <p15:clr>
            <a:srgbClr val="5ACBF0"/>
          </p15:clr>
        </p15:guide>
        <p15:guide id="27" pos="2531" userDrawn="1">
          <p15:clr>
            <a:srgbClr val="5ACBF0"/>
          </p15:clr>
        </p15:guide>
        <p15:guide id="28" pos="2667" userDrawn="1">
          <p15:clr>
            <a:srgbClr val="5ACBF0"/>
          </p15:clr>
        </p15:guide>
        <p15:guide id="29" pos="5149" userDrawn="1">
          <p15:clr>
            <a:srgbClr val="5ACBF0"/>
          </p15:clr>
        </p15:guide>
        <p15:guide id="30" pos="5010" userDrawn="1">
          <p15:clr>
            <a:srgbClr val="5ACBF0"/>
          </p15:clr>
        </p15:guide>
        <p15:guide id="31" pos="1912" userDrawn="1">
          <p15:clr>
            <a:srgbClr val="5ACBF0"/>
          </p15:clr>
        </p15:guide>
        <p15:guide id="32" pos="2056" userDrawn="1">
          <p15:clr>
            <a:srgbClr val="5ACBF0"/>
          </p15:clr>
        </p15:guide>
        <p15:guide id="33" pos="5772" userDrawn="1">
          <p15:clr>
            <a:srgbClr val="5ACBF0"/>
          </p15:clr>
        </p15:guide>
        <p15:guide id="34" pos="5627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image" Target="../media/image1.jpe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2.jp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image" Target="../media/image1.jpeg"/><Relationship Id="rId5" Type="http://schemas.openxmlformats.org/officeDocument/2006/relationships/tags" Target="../tags/tag11.xml"/><Relationship Id="rId10" Type="http://schemas.openxmlformats.org/officeDocument/2006/relationships/slideLayout" Target="../slideLayouts/slideLayout16.xml"/><Relationship Id="rId4" Type="http://schemas.openxmlformats.org/officeDocument/2006/relationships/tags" Target="../tags/tag10.xml"/><Relationship Id="rId9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image" Target="../media/image1.jpeg"/><Relationship Id="rId10" Type="http://schemas.openxmlformats.org/officeDocument/2006/relationships/tags" Target="../tags/tag25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1.jpe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slideLayout" Target="../slideLayouts/slideLayout14.xml"/><Relationship Id="rId5" Type="http://schemas.openxmlformats.org/officeDocument/2006/relationships/tags" Target="../tags/tag33.xml"/><Relationship Id="rId4" Type="http://schemas.openxmlformats.org/officeDocument/2006/relationships/tags" Target="../tags/tag3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1E04A-CE5E-C06C-3DEE-985C9D684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7408B9-9196-5AD6-2DBC-A993058734C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ru-RU" dirty="0" err="1"/>
              <a:t>Плавлення</a:t>
            </a:r>
            <a:r>
              <a:rPr lang="ru-RU" dirty="0"/>
              <a:t> і </a:t>
            </a:r>
            <a:r>
              <a:rPr lang="ru-RU" dirty="0" err="1"/>
              <a:t>кристалізація</a:t>
            </a:r>
            <a:br>
              <a:rPr lang="ru-RU" dirty="0"/>
            </a:br>
            <a:r>
              <a:rPr lang="ru-RU" dirty="0" err="1"/>
              <a:t>речовин</a:t>
            </a:r>
            <a:endParaRPr lang="en-US" dirty="0"/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7D01492A-8DA4-096F-AC64-1DD3CF04101B}"/>
              </a:ext>
            </a:extLst>
          </p:cNvPr>
          <p:cNvSpPr>
            <a:spLocks noGrp="1"/>
          </p:cNvSpPr>
          <p:nvPr>
            <p:ph type="body" idx="26"/>
            <p:custDataLst>
              <p:tags r:id="rId2"/>
            </p:custDataLst>
          </p:nvPr>
        </p:nvSpPr>
        <p:spPr>
          <a:xfrm>
            <a:off x="874713" y="3937886"/>
            <a:ext cx="5329238" cy="369072"/>
          </a:xfrm>
        </p:spPr>
        <p:txBody>
          <a:bodyPr>
            <a:normAutofit/>
          </a:bodyPr>
          <a:lstStyle/>
          <a:p>
            <a:r>
              <a:rPr lang="ru-RU" dirty="0" err="1"/>
              <a:t>Фазові</a:t>
            </a:r>
            <a:r>
              <a:rPr lang="ru-RU" dirty="0"/>
              <a:t> переходи та </a:t>
            </a:r>
            <a:r>
              <a:rPr lang="ru-RU" dirty="0" err="1"/>
              <a:t>їхні</a:t>
            </a:r>
            <a:r>
              <a:rPr lang="ru-RU" dirty="0"/>
              <a:t> </a:t>
            </a:r>
            <a:r>
              <a:rPr lang="ru-RU" dirty="0" err="1"/>
              <a:t>закономірності</a:t>
            </a:r>
            <a:r>
              <a:rPr lang="ru-RU" dirty="0"/>
              <a:t>.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A4BFE51-27C3-A4DA-9C3D-BAC90BB5715A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874713" y="5979800"/>
            <a:ext cx="5329238" cy="36907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kern="1200" spc="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dirty="0" err="1"/>
              <a:t>Проєкт</a:t>
            </a:r>
            <a:r>
              <a:rPr lang="ru-RU" b="0" dirty="0"/>
              <a:t> з </a:t>
            </a:r>
            <a:r>
              <a:rPr lang="ru-RU" b="0" dirty="0" err="1"/>
              <a:t>фізики</a:t>
            </a:r>
            <a:r>
              <a:rPr lang="ru-RU" b="0" dirty="0"/>
              <a:t> </a:t>
            </a:r>
            <a:r>
              <a:rPr lang="ru-RU" b="0" dirty="0" err="1"/>
              <a:t>Безклинського</a:t>
            </a:r>
            <a:r>
              <a:rPr lang="ru-RU" b="0" dirty="0"/>
              <a:t> </a:t>
            </a:r>
            <a:r>
              <a:rPr lang="ru-RU" b="0" dirty="0" err="1"/>
              <a:t>Олексія</a:t>
            </a:r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2786560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SmartArt Placeholder 2">
            <a:extLst>
              <a:ext uri="{FF2B5EF4-FFF2-40B4-BE49-F238E27FC236}">
                <a16:creationId xmlns:a16="http://schemas.microsoft.com/office/drawing/2014/main" id="{19BA8C76-E044-8AF5-FCBC-8AF209264C8A}"/>
              </a:ext>
            </a:extLst>
          </p:cNvPr>
          <p:cNvGraphicFramePr>
            <a:graphicFrameLocks noGrp="1"/>
          </p:cNvGraphicFramePr>
          <p:nvPr>
            <p:ph type="dgm" sz="quarter" idx="23"/>
            <p:extLst>
              <p:ext uri="{D42A27DB-BD31-4B8C-83A1-F6EECF244321}">
                <p14:modId xmlns:p14="http://schemas.microsoft.com/office/powerpoint/2010/main" val="74990253"/>
              </p:ext>
            </p:extLst>
          </p:nvPr>
        </p:nvGraphicFramePr>
        <p:xfrm>
          <a:off x="587375" y="584200"/>
          <a:ext cx="11017250" cy="568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999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86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8E1CC-1194-E6C2-DA38-F00B3EAFE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A0DCB0-3CF3-3F76-8628-6A871D133A0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/>
          <a:p>
            <a:r>
              <a:rPr lang="ru-RU" dirty="0" err="1"/>
              <a:t>Фазові</a:t>
            </a:r>
            <a:r>
              <a:rPr lang="ru-RU" dirty="0"/>
              <a:t> переходи </a:t>
            </a:r>
            <a:r>
              <a:rPr lang="ru-RU" dirty="0" err="1"/>
              <a:t>речовин</a:t>
            </a:r>
            <a:endParaRPr lang="ru-RU" dirty="0"/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B42A217C-1E14-C581-DC73-EF05C73C0B60}"/>
              </a:ext>
            </a:extLst>
          </p:cNvPr>
          <p:cNvSpPr>
            <a:spLocks noGrp="1"/>
          </p:cNvSpPr>
          <p:nvPr>
            <p:ph type="body" idx="2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ru-RU" sz="2000" dirty="0" err="1"/>
              <a:t>Місце</a:t>
            </a:r>
            <a:r>
              <a:rPr lang="ru-RU" sz="2000" dirty="0"/>
              <a:t> </a:t>
            </a:r>
            <a:r>
              <a:rPr lang="ru-RU" sz="2000" dirty="0" err="1"/>
              <a:t>серед</a:t>
            </a:r>
            <a:r>
              <a:rPr lang="ru-RU" sz="2000" dirty="0"/>
              <a:t> </a:t>
            </a:r>
            <a:r>
              <a:rPr lang="ru-RU" sz="2000" dirty="0" err="1"/>
              <a:t>переходів</a:t>
            </a:r>
            <a:endParaRPr lang="ru-RU" sz="20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51D96AE-9AF6-CF52-D871-4E1FA5BA62B1}"/>
              </a:ext>
            </a:extLst>
          </p:cNvPr>
          <p:cNvPicPr>
            <a:picLocks noGrp="1" noChangeAspect="1"/>
          </p:cNvPicPr>
          <p:nvPr>
            <p:ph type="pic" sz="quarter" idx="37"/>
            <p:custDataLst>
              <p:tags r:id="rId3"/>
            </p:custDataLst>
          </p:nvPr>
        </p:nvPicPr>
        <p:blipFill>
          <a:blip r:embed="rId6"/>
          <a:srcRect l="29353" r="29353"/>
          <a:stretch/>
        </p:blipFill>
        <p:spPr/>
      </p:pic>
      <p:pic>
        <p:nvPicPr>
          <p:cNvPr id="9999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A33DDB9F-5747-F9A6-2687-307A24A812A1}"/>
              </a:ext>
            </a:extLst>
          </p:cNvPr>
          <p:cNvSpPr>
            <a:spLocks noGrp="1" noChangeArrowheads="1"/>
          </p:cNvSpPr>
          <p:nvPr>
            <p:ph type="body" idx="36"/>
          </p:nvPr>
        </p:nvSpPr>
        <p:spPr bwMode="auto">
          <a:xfrm>
            <a:off x="592337" y="2811516"/>
            <a:ext cx="647086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UA" altLang="ru-UA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Плавлення і кристалізація — це переходи речовини між твердим і рідким станом без зміни її хімічного складу. Під час цього змінюється об’єм.</a:t>
            </a:r>
            <a:endParaRPr kumimoji="0" lang="ru-UA" altLang="ru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UA" altLang="ru-UA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Кожна речовина має свою температуру плавлення (за сталого тиску), коли тверда і рідка фази існують разом у рівновазі. Під час самого переходу температура не змінюється, бо енергія йде на руйнування або утворення зв’язків між частинками — це прихована теплота.</a:t>
            </a:r>
            <a:endParaRPr kumimoji="0" lang="ru-UA" altLang="ru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UA" altLang="ru-UA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Тиск може змінювати температуру плавлення. Наприклад, у льоду при більшому тиску вона знижується.</a:t>
            </a:r>
            <a:endParaRPr kumimoji="0" lang="ru-UA" altLang="ru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UA" altLang="ru-UA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Плавлення потребує поглинання тепла, а кристалізація — його виділення.</a:t>
            </a:r>
            <a:endParaRPr kumimoji="0" lang="ru-UA" altLang="ru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6873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6D9C8B7-2F09-591D-4A8D-2098CEE416FC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ru-RU" dirty="0" err="1"/>
              <a:t>Ключові</a:t>
            </a:r>
            <a:r>
              <a:rPr lang="ru-RU" dirty="0"/>
              <a:t> </a:t>
            </a:r>
            <a:r>
              <a:rPr lang="ru-RU" dirty="0" err="1"/>
              <a:t>терміни</a:t>
            </a:r>
            <a:endParaRPr lang="ru-RU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A9C9F62-EA5B-A86F-1A13-23F943ACB41E}"/>
              </a:ext>
            </a:extLst>
          </p:cNvPr>
          <p:cNvSpPr>
            <a:spLocks noGrp="1"/>
          </p:cNvSpPr>
          <p:nvPr>
            <p:ph type="body" idx="2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ru-RU" sz="1800" dirty="0" err="1"/>
              <a:t>Кристалізація</a:t>
            </a:r>
            <a:endParaRPr lang="en-US" sz="180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B17CF54-7930-5B9E-209C-2730828F9140}"/>
              </a:ext>
            </a:extLst>
          </p:cNvPr>
          <p:cNvSpPr>
            <a:spLocks noGrp="1"/>
          </p:cNvSpPr>
          <p:nvPr>
            <p:ph type="body" idx="3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ru-RU" sz="1600" dirty="0" err="1"/>
              <a:t>Кристалізація</a:t>
            </a:r>
            <a:r>
              <a:rPr lang="ru-RU" sz="1600" dirty="0"/>
              <a:t> — </a:t>
            </a:r>
            <a:r>
              <a:rPr lang="ru-RU" sz="1600" dirty="0" err="1"/>
              <a:t>перехід</a:t>
            </a:r>
            <a:r>
              <a:rPr lang="ru-RU" sz="1600" dirty="0"/>
              <a:t> </a:t>
            </a:r>
            <a:r>
              <a:rPr lang="ru-RU" sz="1600" dirty="0" err="1"/>
              <a:t>рідини</a:t>
            </a:r>
            <a:r>
              <a:rPr lang="ru-RU" sz="1600" dirty="0"/>
              <a:t> в </a:t>
            </a:r>
            <a:r>
              <a:rPr lang="ru-RU" sz="1600" dirty="0" err="1"/>
              <a:t>твердий</a:t>
            </a:r>
            <a:r>
              <a:rPr lang="ru-RU" sz="1600" dirty="0"/>
              <a:t> стан </a:t>
            </a:r>
            <a:r>
              <a:rPr lang="ru-RU" sz="1600" dirty="0" err="1"/>
              <a:t>із</a:t>
            </a:r>
            <a:r>
              <a:rPr lang="ru-RU" sz="1600" dirty="0"/>
              <a:t> </a:t>
            </a:r>
            <a:r>
              <a:rPr lang="ru-RU" sz="1600" dirty="0" err="1"/>
              <a:t>виділенням</a:t>
            </a:r>
            <a:r>
              <a:rPr lang="ru-RU" sz="1600" dirty="0"/>
              <a:t> </a:t>
            </a:r>
            <a:r>
              <a:rPr lang="ru-RU" sz="1600" dirty="0" err="1"/>
              <a:t>теплоти</a:t>
            </a:r>
            <a:r>
              <a:rPr lang="ru-RU" sz="1600" dirty="0"/>
              <a:t>. </a:t>
            </a:r>
            <a:r>
              <a:rPr lang="ru-RU" sz="1600" dirty="0" err="1"/>
              <a:t>Частинки</a:t>
            </a:r>
            <a:r>
              <a:rPr lang="ru-RU" sz="1600" dirty="0"/>
              <a:t> </a:t>
            </a:r>
            <a:r>
              <a:rPr lang="ru-RU" sz="1600" dirty="0" err="1"/>
              <a:t>впорядковуються</a:t>
            </a:r>
            <a:r>
              <a:rPr lang="ru-RU" sz="1600" dirty="0"/>
              <a:t>, </a:t>
            </a:r>
            <a:r>
              <a:rPr lang="ru-RU" sz="1600" dirty="0" err="1"/>
              <a:t>формується</a:t>
            </a:r>
            <a:r>
              <a:rPr lang="ru-RU" sz="1600" dirty="0"/>
              <a:t> </a:t>
            </a:r>
            <a:r>
              <a:rPr lang="ru-RU" sz="1600" dirty="0" err="1"/>
              <a:t>кристалічна</a:t>
            </a:r>
            <a:r>
              <a:rPr lang="ru-RU" sz="1600" dirty="0"/>
              <a:t> </a:t>
            </a:r>
            <a:r>
              <a:rPr lang="ru-RU" sz="1600" dirty="0" err="1"/>
              <a:t>ґратка</a:t>
            </a:r>
            <a:r>
              <a:rPr lang="ru-RU" sz="1600" dirty="0"/>
              <a:t>, а </a:t>
            </a:r>
            <a:r>
              <a:rPr lang="ru-RU" sz="1600" dirty="0" err="1"/>
              <a:t>надлишкова</a:t>
            </a:r>
            <a:r>
              <a:rPr lang="ru-RU" sz="1600" dirty="0"/>
              <a:t> </a:t>
            </a:r>
            <a:r>
              <a:rPr lang="ru-RU" sz="1600" dirty="0" err="1"/>
              <a:t>енергія</a:t>
            </a:r>
            <a:r>
              <a:rPr lang="ru-RU" sz="1600" dirty="0"/>
              <a:t> </a:t>
            </a:r>
            <a:r>
              <a:rPr lang="ru-RU" sz="1600" dirty="0" err="1"/>
              <a:t>відводиться</a:t>
            </a:r>
            <a:r>
              <a:rPr lang="ru-RU" sz="1600" dirty="0"/>
              <a:t>. </a:t>
            </a:r>
            <a:r>
              <a:rPr lang="ru-RU" sz="1600" dirty="0" err="1"/>
              <a:t>Процес</a:t>
            </a:r>
            <a:r>
              <a:rPr lang="ru-RU" sz="1600" dirty="0"/>
              <a:t> часто </a:t>
            </a:r>
            <a:r>
              <a:rPr lang="ru-RU" sz="1600" dirty="0" err="1"/>
              <a:t>починається</a:t>
            </a:r>
            <a:r>
              <a:rPr lang="ru-RU" sz="1600" dirty="0"/>
              <a:t> </a:t>
            </a:r>
            <a:r>
              <a:rPr lang="ru-RU" sz="1600" dirty="0" err="1"/>
              <a:t>із</a:t>
            </a:r>
            <a:r>
              <a:rPr lang="ru-RU" sz="1600" dirty="0"/>
              <a:t> </a:t>
            </a:r>
            <a:r>
              <a:rPr lang="ru-RU" sz="1600" dirty="0" err="1"/>
              <a:t>зародження</a:t>
            </a:r>
            <a:r>
              <a:rPr lang="ru-RU" sz="1600" dirty="0"/>
              <a:t> </a:t>
            </a:r>
            <a:r>
              <a:rPr lang="ru-RU" sz="1600" dirty="0" err="1"/>
              <a:t>кристалів</a:t>
            </a:r>
            <a:r>
              <a:rPr lang="ru-RU" sz="1600" dirty="0"/>
              <a:t> на </a:t>
            </a:r>
            <a:r>
              <a:rPr lang="ru-RU" sz="1600" dirty="0" err="1"/>
              <a:t>стінках</a:t>
            </a:r>
            <a:r>
              <a:rPr lang="ru-RU" sz="1600" dirty="0"/>
              <a:t>, </a:t>
            </a:r>
            <a:r>
              <a:rPr lang="ru-RU" sz="1600" dirty="0" err="1"/>
              <a:t>домішках</a:t>
            </a:r>
            <a:r>
              <a:rPr lang="ru-RU" sz="1600" dirty="0"/>
              <a:t> </a:t>
            </a:r>
            <a:r>
              <a:rPr lang="ru-RU" sz="1600" dirty="0" err="1"/>
              <a:t>або</a:t>
            </a:r>
            <a:r>
              <a:rPr lang="ru-RU" sz="1600" dirty="0"/>
              <a:t> затравках</a:t>
            </a:r>
          </a:p>
        </p:txBody>
      </p:sp>
      <p:sp>
        <p:nvSpPr>
          <p:cNvPr id="12" name="Subtitle 1">
            <a:extLst>
              <a:ext uri="{FF2B5EF4-FFF2-40B4-BE49-F238E27FC236}">
                <a16:creationId xmlns:a16="http://schemas.microsoft.com/office/drawing/2014/main" id="{84D0BEC7-8D39-9A70-76E6-4BA82007B952}"/>
              </a:ext>
            </a:extLst>
          </p:cNvPr>
          <p:cNvSpPr>
            <a:spLocks noGrp="1"/>
          </p:cNvSpPr>
          <p:nvPr>
            <p:ph type="body" idx="37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ru-RU" sz="1800" dirty="0" err="1"/>
              <a:t>Плавлення</a:t>
            </a:r>
            <a:endParaRPr lang="ru-RU" sz="1800" dirty="0"/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826AB992-1711-3892-B9B4-C4F9C389AE7F}"/>
              </a:ext>
            </a:extLst>
          </p:cNvPr>
          <p:cNvSpPr>
            <a:spLocks noGrp="1"/>
          </p:cNvSpPr>
          <p:nvPr>
            <p:ph type="body" idx="38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ru-RU" sz="1600" dirty="0" err="1"/>
              <a:t>Плавлення</a:t>
            </a:r>
            <a:r>
              <a:rPr lang="ru-RU" sz="1600" dirty="0"/>
              <a:t> — </a:t>
            </a:r>
            <a:r>
              <a:rPr lang="ru-RU" sz="1600" dirty="0" err="1"/>
              <a:t>перехід</a:t>
            </a:r>
            <a:r>
              <a:rPr lang="ru-RU" sz="1600" dirty="0"/>
              <a:t> твердого </a:t>
            </a:r>
            <a:r>
              <a:rPr lang="ru-RU" sz="1600" dirty="0" err="1"/>
              <a:t>тіла</a:t>
            </a:r>
            <a:r>
              <a:rPr lang="ru-RU" sz="1600" dirty="0"/>
              <a:t> в </a:t>
            </a:r>
            <a:r>
              <a:rPr lang="ru-RU" sz="1600" dirty="0" err="1"/>
              <a:t>рідину</a:t>
            </a:r>
            <a:r>
              <a:rPr lang="ru-RU" sz="1600" dirty="0"/>
              <a:t> за </a:t>
            </a:r>
            <a:r>
              <a:rPr lang="ru-RU" sz="1600" dirty="0" err="1"/>
              <a:t>підведення</a:t>
            </a:r>
            <a:r>
              <a:rPr lang="ru-RU" sz="1600" dirty="0"/>
              <a:t> </a:t>
            </a:r>
            <a:r>
              <a:rPr lang="ru-RU" sz="1600" dirty="0" err="1"/>
              <a:t>теплоти</a:t>
            </a:r>
            <a:r>
              <a:rPr lang="ru-RU" sz="1600" dirty="0"/>
              <a:t>. На </a:t>
            </a:r>
            <a:r>
              <a:rPr lang="ru-RU" sz="1600" dirty="0" err="1"/>
              <a:t>рівноважній</a:t>
            </a:r>
            <a:r>
              <a:rPr lang="ru-RU" sz="1600" dirty="0"/>
              <a:t> </a:t>
            </a:r>
            <a:r>
              <a:rPr lang="ru-RU" sz="1600" dirty="0" err="1"/>
              <a:t>температурі</a:t>
            </a:r>
            <a:r>
              <a:rPr lang="ru-RU" sz="1600" dirty="0"/>
              <a:t> </a:t>
            </a:r>
            <a:r>
              <a:rPr lang="ru-RU" sz="1600" dirty="0" err="1"/>
              <a:t>руйнується</a:t>
            </a:r>
            <a:r>
              <a:rPr lang="ru-RU" sz="1600" dirty="0"/>
              <a:t> </a:t>
            </a:r>
            <a:r>
              <a:rPr lang="ru-RU" sz="1600" dirty="0" err="1"/>
              <a:t>далекопорядкова</a:t>
            </a:r>
            <a:r>
              <a:rPr lang="ru-RU" sz="1600" dirty="0"/>
              <a:t> структура </a:t>
            </a:r>
            <a:r>
              <a:rPr lang="ru-RU" sz="1600" dirty="0" err="1"/>
              <a:t>ґратки</a:t>
            </a:r>
            <a:r>
              <a:rPr lang="ru-RU" sz="1600" dirty="0"/>
              <a:t>, а </a:t>
            </a:r>
            <a:r>
              <a:rPr lang="ru-RU" sz="1600" dirty="0" err="1"/>
              <a:t>енергія</a:t>
            </a:r>
            <a:r>
              <a:rPr lang="ru-RU" sz="1600" dirty="0"/>
              <a:t> </a:t>
            </a:r>
            <a:r>
              <a:rPr lang="ru-RU" sz="1600" dirty="0" err="1"/>
              <a:t>йде</a:t>
            </a:r>
            <a:r>
              <a:rPr lang="ru-RU" sz="1600" dirty="0"/>
              <a:t> на </a:t>
            </a:r>
            <a:r>
              <a:rPr lang="ru-RU" sz="1600" dirty="0" err="1"/>
              <a:t>послаблення</a:t>
            </a:r>
            <a:r>
              <a:rPr lang="ru-RU" sz="1600" dirty="0"/>
              <a:t> </a:t>
            </a:r>
            <a:r>
              <a:rPr lang="ru-RU" sz="1600" dirty="0" err="1"/>
              <a:t>зв’язків</a:t>
            </a:r>
            <a:r>
              <a:rPr lang="ru-RU" sz="1600" dirty="0"/>
              <a:t>, тому температура </a:t>
            </a:r>
            <a:r>
              <a:rPr lang="ru-RU" sz="1600" dirty="0" err="1"/>
              <a:t>під</a:t>
            </a:r>
            <a:r>
              <a:rPr lang="ru-RU" sz="1600" dirty="0"/>
              <a:t> час переходу </a:t>
            </a:r>
            <a:r>
              <a:rPr lang="ru-RU" sz="1600" dirty="0" err="1"/>
              <a:t>майже</a:t>
            </a:r>
            <a:r>
              <a:rPr lang="ru-RU" sz="1600" dirty="0"/>
              <a:t> стала</a:t>
            </a:r>
          </a:p>
        </p:txBody>
      </p:sp>
      <p:sp>
        <p:nvSpPr>
          <p:cNvPr id="14" name="Subtitle 4">
            <a:extLst>
              <a:ext uri="{FF2B5EF4-FFF2-40B4-BE49-F238E27FC236}">
                <a16:creationId xmlns:a16="http://schemas.microsoft.com/office/drawing/2014/main" id="{214EBB45-4BFA-2B85-7CD6-4BB814BF508B}"/>
              </a:ext>
            </a:extLst>
          </p:cNvPr>
          <p:cNvSpPr>
            <a:spLocks noGrp="1"/>
          </p:cNvSpPr>
          <p:nvPr>
            <p:ph type="body" idx="39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ru-RU" sz="1800" dirty="0" err="1"/>
              <a:t>Прихована</a:t>
            </a:r>
            <a:r>
              <a:rPr lang="ru-RU" sz="1800" dirty="0"/>
              <a:t> теплота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E8B55DE-091B-7EA5-20FD-25B1F3548248}"/>
              </a:ext>
            </a:extLst>
          </p:cNvPr>
          <p:cNvSpPr>
            <a:spLocks noGrp="1"/>
          </p:cNvSpPr>
          <p:nvPr>
            <p:ph type="body" idx="4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ru-RU" sz="1600" dirty="0" err="1"/>
              <a:t>Прихована</a:t>
            </a:r>
            <a:r>
              <a:rPr lang="ru-RU" sz="1600" dirty="0"/>
              <a:t> теплота </a:t>
            </a:r>
            <a:r>
              <a:rPr lang="ru-RU" sz="1600" dirty="0" err="1"/>
              <a:t>плавлення</a:t>
            </a:r>
            <a:r>
              <a:rPr lang="ru-RU" sz="1600" dirty="0"/>
              <a:t>/</a:t>
            </a:r>
            <a:r>
              <a:rPr lang="ru-RU" sz="1600" dirty="0" err="1"/>
              <a:t>кристалізації</a:t>
            </a:r>
            <a:r>
              <a:rPr lang="ru-RU" sz="1600" dirty="0"/>
              <a:t> — </a:t>
            </a:r>
            <a:r>
              <a:rPr lang="ru-RU" sz="1600" dirty="0" err="1"/>
              <a:t>кількість</a:t>
            </a:r>
            <a:r>
              <a:rPr lang="ru-RU" sz="1600" dirty="0"/>
              <a:t> </a:t>
            </a:r>
            <a:r>
              <a:rPr lang="ru-RU" sz="1600" dirty="0" err="1"/>
              <a:t>енергії</a:t>
            </a:r>
            <a:r>
              <a:rPr lang="ru-RU" sz="1600" dirty="0"/>
              <a:t>, </a:t>
            </a:r>
            <a:r>
              <a:rPr lang="ru-RU" sz="1600" dirty="0" err="1"/>
              <a:t>потрібна</a:t>
            </a:r>
            <a:r>
              <a:rPr lang="ru-RU" sz="1600" dirty="0"/>
              <a:t> для переходу </a:t>
            </a:r>
            <a:r>
              <a:rPr lang="ru-RU" sz="1600" dirty="0" err="1"/>
              <a:t>одиниці</a:t>
            </a:r>
            <a:r>
              <a:rPr lang="ru-RU" sz="1600" dirty="0"/>
              <a:t> </a:t>
            </a:r>
            <a:r>
              <a:rPr lang="ru-RU" sz="1600" dirty="0" err="1"/>
              <a:t>маси</a:t>
            </a:r>
            <a:r>
              <a:rPr lang="ru-RU" sz="1600" dirty="0"/>
              <a:t> </a:t>
            </a:r>
            <a:r>
              <a:rPr lang="ru-RU" sz="1600" dirty="0" err="1"/>
              <a:t>між</a:t>
            </a:r>
            <a:r>
              <a:rPr lang="ru-RU" sz="1600" dirty="0"/>
              <a:t> фазами без </a:t>
            </a:r>
            <a:r>
              <a:rPr lang="ru-RU" sz="1600" dirty="0" err="1"/>
              <a:t>зміни</a:t>
            </a:r>
            <a:r>
              <a:rPr lang="ru-RU" sz="1600" dirty="0"/>
              <a:t> </a:t>
            </a:r>
            <a:r>
              <a:rPr lang="ru-RU" sz="1600" dirty="0" err="1"/>
              <a:t>температури</a:t>
            </a:r>
            <a:endParaRPr lang="ru-RU" sz="1600" dirty="0"/>
          </a:p>
        </p:txBody>
      </p:sp>
      <p:sp>
        <p:nvSpPr>
          <p:cNvPr id="16" name="Subtitle 3">
            <a:extLst>
              <a:ext uri="{FF2B5EF4-FFF2-40B4-BE49-F238E27FC236}">
                <a16:creationId xmlns:a16="http://schemas.microsoft.com/office/drawing/2014/main" id="{45C46A78-D248-9C57-62CF-A1B0E381A090}"/>
              </a:ext>
            </a:extLst>
          </p:cNvPr>
          <p:cNvSpPr>
            <a:spLocks noGrp="1"/>
          </p:cNvSpPr>
          <p:nvPr>
            <p:ph type="body" idx="4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ru-RU" sz="1800" dirty="0"/>
              <a:t>Температура </a:t>
            </a:r>
            <a:r>
              <a:rPr lang="ru-RU" sz="1800" dirty="0" err="1"/>
              <a:t>плавлення</a:t>
            </a:r>
            <a:endParaRPr lang="ru-RU" sz="1800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908650C-76CA-E9F3-676F-C65EF3C3901F}"/>
              </a:ext>
            </a:extLst>
          </p:cNvPr>
          <p:cNvSpPr>
            <a:spLocks noGrp="1"/>
          </p:cNvSpPr>
          <p:nvPr>
            <p:ph type="body" idx="4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ru-RU" sz="1600" dirty="0"/>
              <a:t>Температура </a:t>
            </a:r>
            <a:r>
              <a:rPr lang="ru-RU" sz="1600" dirty="0" err="1"/>
              <a:t>плавлення</a:t>
            </a:r>
            <a:r>
              <a:rPr lang="ru-RU" sz="1600" dirty="0"/>
              <a:t> — </a:t>
            </a:r>
            <a:r>
              <a:rPr lang="ru-RU" sz="1600" dirty="0" err="1"/>
              <a:t>це</a:t>
            </a:r>
            <a:r>
              <a:rPr lang="ru-RU" sz="1600" dirty="0"/>
              <a:t> </a:t>
            </a:r>
            <a:r>
              <a:rPr lang="ru-RU" sz="1600" dirty="0" err="1"/>
              <a:t>значення</a:t>
            </a:r>
            <a:r>
              <a:rPr lang="ru-RU" sz="1600" dirty="0"/>
              <a:t> </a:t>
            </a:r>
            <a:r>
              <a:rPr lang="ru-RU" sz="1600" dirty="0" err="1"/>
              <a:t>температури</a:t>
            </a:r>
            <a:r>
              <a:rPr lang="ru-RU" sz="1600" dirty="0"/>
              <a:t> </a:t>
            </a:r>
            <a:r>
              <a:rPr lang="en" sz="1600" dirty="0"/>
              <a:t>T, </a:t>
            </a:r>
            <a:r>
              <a:rPr lang="ru-RU" sz="1600" dirty="0"/>
              <a:t>при </a:t>
            </a:r>
            <a:r>
              <a:rPr lang="ru-RU" sz="1600" dirty="0" err="1"/>
              <a:t>якому</a:t>
            </a:r>
            <a:r>
              <a:rPr lang="ru-RU" sz="1600" dirty="0"/>
              <a:t> тверда і </a:t>
            </a:r>
            <a:r>
              <a:rPr lang="ru-RU" sz="1600" dirty="0" err="1"/>
              <a:t>рідка</a:t>
            </a:r>
            <a:r>
              <a:rPr lang="ru-RU" sz="1600" dirty="0"/>
              <a:t> </a:t>
            </a:r>
            <a:r>
              <a:rPr lang="ru-RU" sz="1600" dirty="0" err="1"/>
              <a:t>фази</a:t>
            </a:r>
            <a:r>
              <a:rPr lang="ru-RU" sz="1600" dirty="0"/>
              <a:t> </a:t>
            </a:r>
            <a:r>
              <a:rPr lang="ru-RU" sz="1600" dirty="0" err="1"/>
              <a:t>речовини</a:t>
            </a:r>
            <a:r>
              <a:rPr lang="ru-RU" sz="1600" dirty="0"/>
              <a:t> </a:t>
            </a:r>
            <a:r>
              <a:rPr lang="ru-RU" sz="1600" dirty="0" err="1"/>
              <a:t>співіснують</a:t>
            </a:r>
            <a:r>
              <a:rPr lang="ru-RU" sz="1600" dirty="0"/>
              <a:t> у </a:t>
            </a:r>
            <a:r>
              <a:rPr lang="ru-RU" sz="1600" dirty="0" err="1"/>
              <a:t>термодинамічній</a:t>
            </a:r>
            <a:r>
              <a:rPr lang="ru-RU" sz="1600" dirty="0"/>
              <a:t> </a:t>
            </a:r>
            <a:r>
              <a:rPr lang="ru-RU" sz="1600" dirty="0" err="1"/>
              <a:t>рівновазі</a:t>
            </a:r>
            <a:r>
              <a:rPr lang="ru-RU" sz="1600" dirty="0"/>
              <a:t> при </a:t>
            </a:r>
            <a:r>
              <a:rPr lang="ru-RU" sz="1600" dirty="0" err="1"/>
              <a:t>певному</a:t>
            </a:r>
            <a:r>
              <a:rPr lang="ru-RU" sz="1600" dirty="0"/>
              <a:t> </a:t>
            </a:r>
            <a:r>
              <a:rPr lang="ru-RU" sz="1600" dirty="0" err="1"/>
              <a:t>тиску</a:t>
            </a:r>
            <a:r>
              <a:rPr lang="ru-RU" sz="1600" dirty="0"/>
              <a:t>. Для </a:t>
            </a:r>
            <a:r>
              <a:rPr lang="ru-RU" sz="1600" dirty="0" err="1"/>
              <a:t>чистих</a:t>
            </a:r>
            <a:r>
              <a:rPr lang="ru-RU" sz="1600" dirty="0"/>
              <a:t> </a:t>
            </a:r>
            <a:r>
              <a:rPr lang="ru-RU" sz="1600" dirty="0" err="1"/>
              <a:t>речовин</a:t>
            </a:r>
            <a:r>
              <a:rPr lang="ru-RU" sz="1600" dirty="0"/>
              <a:t> вона </a:t>
            </a:r>
            <a:r>
              <a:rPr lang="ru-RU" sz="1600" dirty="0" err="1"/>
              <a:t>є</a:t>
            </a:r>
            <a:r>
              <a:rPr lang="ru-RU" sz="1600" dirty="0"/>
              <a:t> </a:t>
            </a:r>
            <a:r>
              <a:rPr lang="ru-RU" sz="1600" dirty="0" err="1"/>
              <a:t>сталою</a:t>
            </a:r>
            <a:r>
              <a:rPr lang="ru-RU" sz="1600" dirty="0"/>
              <a:t> величиною</a:t>
            </a:r>
          </a:p>
        </p:txBody>
      </p:sp>
      <p:pic>
        <p:nvPicPr>
          <p:cNvPr id="9999" name="Free Badge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006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D203FD41-C988-CE64-CE4C-A2852268F22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ru-RU"/>
              <a:t>Історичний розвиток</a:t>
            </a:r>
            <a:endParaRPr lang="ru-RU" dirty="0"/>
          </a:p>
        </p:txBody>
      </p:sp>
      <p:sp>
        <p:nvSpPr>
          <p:cNvPr id="19" name="Milestone 3">
            <a:extLst>
              <a:ext uri="{FF2B5EF4-FFF2-40B4-BE49-F238E27FC236}">
                <a16:creationId xmlns:a16="http://schemas.microsoft.com/office/drawing/2014/main" id="{D16C6A67-0BD4-38F9-4F8A-A23B55836B94}"/>
              </a:ext>
            </a:extLst>
          </p:cNvPr>
          <p:cNvSpPr>
            <a:spLocks noGrp="1"/>
          </p:cNvSpPr>
          <p:nvPr>
            <p:ph type="body" idx="4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ru-RU"/>
              <a:t>1900-ті</a:t>
            </a:r>
            <a:endParaRPr lang="ru-RU" dirty="0"/>
          </a:p>
        </p:txBody>
      </p:sp>
      <p:sp>
        <p:nvSpPr>
          <p:cNvPr id="20" name="Milestone 1">
            <a:extLst>
              <a:ext uri="{FF2B5EF4-FFF2-40B4-BE49-F238E27FC236}">
                <a16:creationId xmlns:a16="http://schemas.microsoft.com/office/drawing/2014/main" id="{7FDE3B86-BCF7-8B04-5008-DE8378524BF4}"/>
              </a:ext>
            </a:extLst>
          </p:cNvPr>
          <p:cNvSpPr>
            <a:spLocks noGrp="1"/>
          </p:cNvSpPr>
          <p:nvPr>
            <p:ph type="body" idx="4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"/>
              <a:t>XVII </a:t>
            </a:r>
            <a:r>
              <a:rPr lang="ru-RU"/>
              <a:t>ст.</a:t>
            </a:r>
            <a:endParaRPr lang="ru-RU" dirty="0"/>
          </a:p>
        </p:txBody>
      </p:sp>
      <p:sp>
        <p:nvSpPr>
          <p:cNvPr id="21" name="Milestone 2">
            <a:extLst>
              <a:ext uri="{FF2B5EF4-FFF2-40B4-BE49-F238E27FC236}">
                <a16:creationId xmlns:a16="http://schemas.microsoft.com/office/drawing/2014/main" id="{9D08B8BA-FD88-7F9F-15C7-19BA95635CC4}"/>
              </a:ext>
            </a:extLst>
          </p:cNvPr>
          <p:cNvSpPr>
            <a:spLocks noGrp="1"/>
          </p:cNvSpPr>
          <p:nvPr>
            <p:ph type="body" idx="47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"/>
              <a:t>XIX </a:t>
            </a:r>
            <a:r>
              <a:rPr lang="ru-RU"/>
              <a:t>ст.</a:t>
            </a:r>
            <a:endParaRPr lang="ru-RU" dirty="0"/>
          </a:p>
        </p:txBody>
      </p:sp>
      <p:sp>
        <p:nvSpPr>
          <p:cNvPr id="13" name="Subtitle 1">
            <a:extLst>
              <a:ext uri="{FF2B5EF4-FFF2-40B4-BE49-F238E27FC236}">
                <a16:creationId xmlns:a16="http://schemas.microsoft.com/office/drawing/2014/main" id="{7C0EFE5D-0E11-B134-66E9-B31FC54E6B23}"/>
              </a:ext>
            </a:extLst>
          </p:cNvPr>
          <p:cNvSpPr>
            <a:spLocks noGrp="1"/>
          </p:cNvSpPr>
          <p:nvPr>
            <p:ph type="body" idx="26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ru-RU"/>
              <a:t>Перші уявлення</a:t>
            </a:r>
            <a:endParaRPr lang="en-US" dirty="0"/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12770D7D-EABA-07CD-A46E-5DBFC64C3379}"/>
              </a:ext>
            </a:extLst>
          </p:cNvPr>
          <p:cNvSpPr>
            <a:spLocks noGrp="1"/>
          </p:cNvSpPr>
          <p:nvPr>
            <p:ph type="body" idx="3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ru-RU"/>
              <a:t>Формуються поняття про тепло та спостереження плавлення льоду.</a:t>
            </a:r>
            <a:endParaRPr lang="ru-RU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7506206-BF20-28FE-A3D3-7490EE91F1A7}"/>
              </a:ext>
            </a:extLst>
          </p:cNvPr>
          <p:cNvSpPr>
            <a:spLocks noGrp="1"/>
          </p:cNvSpPr>
          <p:nvPr>
            <p:ph type="body" idx="37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ru-RU"/>
              <a:t>Термодинаміка</a:t>
            </a:r>
            <a:endParaRPr lang="ru-RU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661394C-8B34-391C-78A4-5F3AD763D821}"/>
              </a:ext>
            </a:extLst>
          </p:cNvPr>
          <p:cNvSpPr>
            <a:spLocks noGrp="1"/>
          </p:cNvSpPr>
          <p:nvPr>
            <p:ph type="body" idx="38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ru-RU"/>
              <a:t>Вводять ентальпію, ентропію та приховану теплоту фазових переходів.</a:t>
            </a:r>
            <a:endParaRPr lang="ru-RU" dirty="0"/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C534066C-2BBC-DD40-4C75-9B267B33A3CA}"/>
              </a:ext>
            </a:extLst>
          </p:cNvPr>
          <p:cNvSpPr>
            <a:spLocks noGrp="1"/>
          </p:cNvSpPr>
          <p:nvPr>
            <p:ph type="body" idx="39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ru-RU"/>
              <a:t>Фазові діаграми</a:t>
            </a:r>
            <a:endParaRPr lang="ru-RU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9423CEC-8ABF-5E8B-4980-0392FAAD9270}"/>
              </a:ext>
            </a:extLst>
          </p:cNvPr>
          <p:cNvSpPr>
            <a:spLocks noGrp="1"/>
          </p:cNvSpPr>
          <p:nvPr>
            <p:ph type="body" idx="40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ru-RU"/>
              <a:t>Розвивають діаграми стану та правила рівноваги для сплавів і сумішей.</a:t>
            </a:r>
            <a:endParaRPr lang="ru-RU" dirty="0"/>
          </a:p>
        </p:txBody>
      </p:sp>
      <p:sp>
        <p:nvSpPr>
          <p:cNvPr id="22" name="Subtitle 4">
            <a:extLst>
              <a:ext uri="{FF2B5EF4-FFF2-40B4-BE49-F238E27FC236}">
                <a16:creationId xmlns:a16="http://schemas.microsoft.com/office/drawing/2014/main" id="{5C43DEB2-0F69-233E-CEBC-3640CB1CC197}"/>
              </a:ext>
            </a:extLst>
          </p:cNvPr>
          <p:cNvSpPr>
            <a:spLocks noGrp="1"/>
          </p:cNvSpPr>
          <p:nvPr>
            <p:ph type="body" idx="48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ru-RU"/>
              <a:t>Нуклеація і ріст</a:t>
            </a:r>
            <a:endParaRPr lang="ru-RU" dirty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64A3FAD-A5D8-40CF-D30E-16A49BDEC7CF}"/>
              </a:ext>
            </a:extLst>
          </p:cNvPr>
          <p:cNvSpPr>
            <a:spLocks noGrp="1"/>
          </p:cNvSpPr>
          <p:nvPr>
            <p:ph type="body" idx="4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ru-RU"/>
              <a:t>Пояснюють зародження, ріст кристалів і керування структурою матеріалів.</a:t>
            </a:r>
            <a:endParaRPr lang="ru-RU" dirty="0"/>
          </a:p>
        </p:txBody>
      </p:sp>
      <p:sp>
        <p:nvSpPr>
          <p:cNvPr id="24" name="Milestone 4">
            <a:extLst>
              <a:ext uri="{FF2B5EF4-FFF2-40B4-BE49-F238E27FC236}">
                <a16:creationId xmlns:a16="http://schemas.microsoft.com/office/drawing/2014/main" id="{EEEEDD53-26C3-9EAD-5C56-22AA9DEB8BEA}"/>
              </a:ext>
            </a:extLst>
          </p:cNvPr>
          <p:cNvSpPr>
            <a:spLocks noGrp="1"/>
          </p:cNvSpPr>
          <p:nvPr>
            <p:ph type="body" idx="50"/>
            <p:custDataLst>
              <p:tags r:id="rId13"/>
            </p:custDataLst>
          </p:nvPr>
        </p:nvSpPr>
        <p:spPr/>
        <p:txBody>
          <a:bodyPr/>
          <a:lstStyle/>
          <a:p>
            <a:r>
              <a:rPr lang="en"/>
              <a:t>XX-XXI </a:t>
            </a:r>
            <a:r>
              <a:rPr lang="ru-RU"/>
              <a:t>ст.</a:t>
            </a:r>
            <a:endParaRPr lang="ru-RU" dirty="0"/>
          </a:p>
        </p:txBody>
      </p:sp>
      <p:pic>
        <p:nvPicPr>
          <p:cNvPr id="9999" name="Free Badge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635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BB064-7756-F46D-E74C-7398531AF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92027F-B9A2-DD65-27D0-B160AFF6536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ru-RU" dirty="0" err="1"/>
              <a:t>Теорія</a:t>
            </a:r>
            <a:r>
              <a:rPr lang="ru-RU" dirty="0"/>
              <a:t> </a:t>
            </a:r>
            <a:r>
              <a:rPr lang="ru-RU" dirty="0" err="1"/>
              <a:t>процесів</a:t>
            </a:r>
            <a:endParaRPr lang="ru-RU" dirty="0"/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F35F11EB-315C-9D47-712C-0F054F8A0D64}"/>
              </a:ext>
            </a:extLst>
          </p:cNvPr>
          <p:cNvSpPr>
            <a:spLocks noGrp="1"/>
          </p:cNvSpPr>
          <p:nvPr>
            <p:ph type="body" idx="3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ru-RU" sz="2000" dirty="0" err="1"/>
              <a:t>Термодинамічний</a:t>
            </a:r>
            <a:r>
              <a:rPr lang="ru-RU" sz="2000" dirty="0"/>
              <a:t> </a:t>
            </a:r>
            <a:r>
              <a:rPr lang="ru-RU" sz="2000" dirty="0" err="1"/>
              <a:t>опис</a:t>
            </a:r>
            <a:endParaRPr lang="ru-RU" sz="2000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B703301F-3D5D-CE12-FB47-172156CED87E}"/>
              </a:ext>
            </a:extLst>
          </p:cNvPr>
          <p:cNvSpPr>
            <a:spLocks noGrp="1"/>
          </p:cNvSpPr>
          <p:nvPr>
            <p:ph type="body" idx="38"/>
            <p:custDataLst>
              <p:tags r:id="rId3"/>
            </p:custDataLst>
          </p:nvPr>
        </p:nvSpPr>
        <p:spPr>
          <a:xfrm>
            <a:off x="587375" y="2969538"/>
            <a:ext cx="5292674" cy="3279599"/>
          </a:xfrm>
        </p:spPr>
        <p:txBody>
          <a:bodyPr>
            <a:noAutofit/>
          </a:bodyPr>
          <a:lstStyle/>
          <a:p>
            <a:r>
              <a:rPr lang="ru-RU" sz="1800" dirty="0" err="1"/>
              <a:t>Термодинаміка</a:t>
            </a:r>
            <a:r>
              <a:rPr lang="ru-RU" sz="1800" dirty="0"/>
              <a:t> </a:t>
            </a:r>
            <a:r>
              <a:rPr lang="ru-RU" sz="1800" dirty="0" err="1"/>
              <a:t>пояснює</a:t>
            </a:r>
            <a:r>
              <a:rPr lang="ru-RU" sz="1800" dirty="0"/>
              <a:t> </a:t>
            </a:r>
            <a:r>
              <a:rPr lang="ru-RU" sz="1800" dirty="0" err="1"/>
              <a:t>плавлення</a:t>
            </a:r>
            <a:r>
              <a:rPr lang="ru-RU" sz="1800" dirty="0"/>
              <a:t> і </a:t>
            </a:r>
            <a:r>
              <a:rPr lang="ru-RU" sz="1800" dirty="0" err="1"/>
              <a:t>кристалізацію</a:t>
            </a:r>
            <a:r>
              <a:rPr lang="ru-RU" sz="1800" dirty="0"/>
              <a:t> як </a:t>
            </a:r>
            <a:r>
              <a:rPr lang="ru-RU" sz="1800" dirty="0" err="1"/>
              <a:t>перехід</a:t>
            </a:r>
            <a:r>
              <a:rPr lang="ru-RU" sz="1800" dirty="0"/>
              <a:t> </a:t>
            </a:r>
            <a:r>
              <a:rPr lang="ru-RU" sz="1800" dirty="0" err="1"/>
              <a:t>між</a:t>
            </a:r>
            <a:r>
              <a:rPr lang="ru-RU" sz="1800" dirty="0"/>
              <a:t> фазами, при </a:t>
            </a:r>
            <a:r>
              <a:rPr lang="ru-RU" sz="1800" dirty="0" err="1"/>
              <a:t>якому</a:t>
            </a:r>
            <a:r>
              <a:rPr lang="ru-RU" sz="1800" dirty="0"/>
              <a:t> система </a:t>
            </a:r>
            <a:r>
              <a:rPr lang="ru-RU" sz="1800" dirty="0" err="1"/>
              <a:t>прагне</a:t>
            </a:r>
            <a:r>
              <a:rPr lang="ru-RU" sz="1800" dirty="0"/>
              <a:t> до </a:t>
            </a:r>
            <a:r>
              <a:rPr lang="ru-RU" sz="1800" dirty="0" err="1"/>
              <a:t>мінімуму</a:t>
            </a:r>
            <a:r>
              <a:rPr lang="ru-RU" sz="1800" dirty="0"/>
              <a:t> </a:t>
            </a:r>
            <a:r>
              <a:rPr lang="ru-RU" sz="1800" dirty="0" err="1"/>
              <a:t>вільної</a:t>
            </a:r>
            <a:r>
              <a:rPr lang="ru-RU" sz="1800" dirty="0"/>
              <a:t> </a:t>
            </a:r>
            <a:r>
              <a:rPr lang="ru-RU" sz="1800" dirty="0" err="1"/>
              <a:t>енергії</a:t>
            </a:r>
            <a:r>
              <a:rPr lang="ru-RU" sz="1800" dirty="0"/>
              <a:t>.</a:t>
            </a:r>
          </a:p>
          <a:p>
            <a:r>
              <a:rPr lang="ru-RU" sz="1800" dirty="0"/>
              <a:t>Температура </a:t>
            </a:r>
            <a:r>
              <a:rPr lang="ru-RU" sz="1800" dirty="0" err="1"/>
              <a:t>плавлення</a:t>
            </a:r>
            <a:r>
              <a:rPr lang="ru-RU" sz="1800" dirty="0"/>
              <a:t> — </a:t>
            </a:r>
            <a:r>
              <a:rPr lang="ru-RU" sz="1800" dirty="0" err="1"/>
              <a:t>це</a:t>
            </a:r>
            <a:r>
              <a:rPr lang="ru-RU" sz="1800" dirty="0"/>
              <a:t> момент, коли </a:t>
            </a:r>
            <a:r>
              <a:rPr lang="ru-RU" sz="1800" dirty="0" err="1"/>
              <a:t>хімічні</a:t>
            </a:r>
            <a:r>
              <a:rPr lang="ru-RU" sz="1800" dirty="0"/>
              <a:t> </a:t>
            </a:r>
            <a:r>
              <a:rPr lang="ru-RU" sz="1800" dirty="0" err="1"/>
              <a:t>потенціали</a:t>
            </a:r>
            <a:r>
              <a:rPr lang="ru-RU" sz="1800" dirty="0"/>
              <a:t> твердого і </a:t>
            </a:r>
            <a:r>
              <a:rPr lang="ru-RU" sz="1800" dirty="0" err="1"/>
              <a:t>рідкого</a:t>
            </a:r>
            <a:r>
              <a:rPr lang="ru-RU" sz="1800" dirty="0"/>
              <a:t> </a:t>
            </a:r>
            <a:r>
              <a:rPr lang="ru-RU" sz="1800" dirty="0" err="1"/>
              <a:t>станів</a:t>
            </a:r>
            <a:r>
              <a:rPr lang="ru-RU" sz="1800" dirty="0"/>
              <a:t> </a:t>
            </a:r>
            <a:r>
              <a:rPr lang="ru-RU" sz="1800" dirty="0" err="1"/>
              <a:t>стають</a:t>
            </a:r>
            <a:r>
              <a:rPr lang="ru-RU" sz="1800" dirty="0"/>
              <a:t> </a:t>
            </a:r>
            <a:r>
              <a:rPr lang="ru-RU" sz="1800" dirty="0" err="1"/>
              <a:t>однаковими</a:t>
            </a:r>
            <a:r>
              <a:rPr lang="ru-RU" sz="1800" dirty="0"/>
              <a:t> за </a:t>
            </a:r>
            <a:r>
              <a:rPr lang="ru-RU" sz="1800" dirty="0" err="1"/>
              <a:t>певного</a:t>
            </a:r>
            <a:r>
              <a:rPr lang="ru-RU" sz="1800" dirty="0"/>
              <a:t> </a:t>
            </a:r>
            <a:r>
              <a:rPr lang="ru-RU" sz="1800" dirty="0" err="1"/>
              <a:t>тиску</a:t>
            </a:r>
            <a:r>
              <a:rPr lang="ru-RU" sz="1800" dirty="0"/>
              <a:t>.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9CD03D6-7663-8798-769B-207E2A6B612C}"/>
              </a:ext>
            </a:extLst>
          </p:cNvPr>
          <p:cNvSpPr>
            <a:spLocks noGrp="1"/>
          </p:cNvSpPr>
          <p:nvPr>
            <p:ph type="body" idx="26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ru-RU" sz="2000" dirty="0" err="1"/>
              <a:t>Кінетика</a:t>
            </a:r>
            <a:r>
              <a:rPr lang="ru-RU" sz="2000" dirty="0"/>
              <a:t> та </a:t>
            </a:r>
            <a:r>
              <a:rPr lang="ru-RU" sz="2000" dirty="0" err="1"/>
              <a:t>механізми</a:t>
            </a:r>
            <a:endParaRPr lang="ru-RU" sz="200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3653AC-99F7-4EB2-7A7E-6164CED3A21B}"/>
              </a:ext>
            </a:extLst>
          </p:cNvPr>
          <p:cNvSpPr>
            <a:spLocks noGrp="1"/>
          </p:cNvSpPr>
          <p:nvPr>
            <p:ph type="body" idx="36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ru-RU" sz="1800" dirty="0" err="1"/>
              <a:t>Кінетика</a:t>
            </a:r>
            <a:r>
              <a:rPr lang="ru-RU" sz="1800" dirty="0"/>
              <a:t> </a:t>
            </a:r>
            <a:r>
              <a:rPr lang="ru-RU" sz="1800" dirty="0" err="1"/>
              <a:t>процесів</a:t>
            </a:r>
            <a:r>
              <a:rPr lang="ru-RU" sz="1800" dirty="0"/>
              <a:t> </a:t>
            </a:r>
            <a:r>
              <a:rPr lang="ru-RU" sz="1800" dirty="0" err="1"/>
              <a:t>пояснює</a:t>
            </a:r>
            <a:r>
              <a:rPr lang="ru-RU" sz="1800" dirty="0"/>
              <a:t>, </a:t>
            </a:r>
            <a:r>
              <a:rPr lang="ru-RU" sz="1800" dirty="0" err="1"/>
              <a:t>чому</a:t>
            </a:r>
            <a:r>
              <a:rPr lang="ru-RU" sz="1800" dirty="0"/>
              <a:t> </a:t>
            </a:r>
            <a:r>
              <a:rPr lang="ru-RU" sz="1800" dirty="0" err="1"/>
              <a:t>реальні</a:t>
            </a:r>
            <a:r>
              <a:rPr lang="ru-RU" sz="1800" dirty="0"/>
              <a:t> переходи фаз </a:t>
            </a:r>
            <a:r>
              <a:rPr lang="ru-RU" sz="1800" dirty="0" err="1"/>
              <a:t>можуть</a:t>
            </a:r>
            <a:r>
              <a:rPr lang="ru-RU" sz="1800" dirty="0"/>
              <a:t> </a:t>
            </a:r>
            <a:r>
              <a:rPr lang="ru-RU" sz="1800" dirty="0" err="1"/>
              <a:t>відхилятися</a:t>
            </a:r>
            <a:r>
              <a:rPr lang="ru-RU" sz="1800" dirty="0"/>
              <a:t> </a:t>
            </a:r>
            <a:r>
              <a:rPr lang="ru-RU" sz="1800" dirty="0" err="1"/>
              <a:t>від</a:t>
            </a:r>
            <a:r>
              <a:rPr lang="ru-RU" sz="1800" dirty="0"/>
              <a:t> </a:t>
            </a:r>
            <a:r>
              <a:rPr lang="ru-RU" sz="1800" dirty="0" err="1"/>
              <a:t>рівноваги</a:t>
            </a:r>
            <a:r>
              <a:rPr lang="ru-RU" sz="1800" dirty="0"/>
              <a:t>.</a:t>
            </a:r>
          </a:p>
          <a:p>
            <a:r>
              <a:rPr lang="ru-RU" sz="1800" dirty="0" err="1"/>
              <a:t>Рідина</a:t>
            </a:r>
            <a:r>
              <a:rPr lang="ru-RU" sz="1800" dirty="0"/>
              <a:t> </a:t>
            </a:r>
            <a:r>
              <a:rPr lang="ru-RU" sz="1800" dirty="0" err="1"/>
              <a:t>може</a:t>
            </a:r>
            <a:r>
              <a:rPr lang="ru-RU" sz="1800" dirty="0"/>
              <a:t> </a:t>
            </a:r>
            <a:r>
              <a:rPr lang="ru-RU" sz="1800" dirty="0" err="1"/>
              <a:t>переохолоджуватися</a:t>
            </a:r>
            <a:r>
              <a:rPr lang="ru-RU" sz="1800" dirty="0"/>
              <a:t>, а </a:t>
            </a:r>
            <a:r>
              <a:rPr lang="ru-RU" sz="1800" dirty="0" err="1"/>
              <a:t>тверде</a:t>
            </a:r>
            <a:r>
              <a:rPr lang="ru-RU" sz="1800" dirty="0"/>
              <a:t> </a:t>
            </a:r>
            <a:r>
              <a:rPr lang="ru-RU" sz="1800" dirty="0" err="1"/>
              <a:t>тіло</a:t>
            </a:r>
            <a:r>
              <a:rPr lang="ru-RU" sz="1800" dirty="0"/>
              <a:t> — </a:t>
            </a:r>
            <a:r>
              <a:rPr lang="ru-RU" sz="1800" dirty="0" err="1"/>
              <a:t>перегріватися</a:t>
            </a:r>
            <a:r>
              <a:rPr lang="ru-RU" sz="1800" dirty="0"/>
              <a:t>, </a:t>
            </a:r>
            <a:r>
              <a:rPr lang="ru-RU" sz="1800" dirty="0" err="1"/>
              <a:t>якщо</a:t>
            </a:r>
            <a:r>
              <a:rPr lang="ru-RU" sz="1800" dirty="0"/>
              <a:t> </a:t>
            </a:r>
            <a:r>
              <a:rPr lang="ru-RU" sz="1800" dirty="0" err="1"/>
              <a:t>немає</a:t>
            </a:r>
            <a:r>
              <a:rPr lang="ru-RU" sz="1800" dirty="0"/>
              <a:t> </a:t>
            </a:r>
            <a:r>
              <a:rPr lang="ru-RU" sz="1800" dirty="0" err="1"/>
              <a:t>центрів</a:t>
            </a:r>
            <a:r>
              <a:rPr lang="ru-RU" sz="1800" dirty="0"/>
              <a:t>, з </a:t>
            </a:r>
            <a:r>
              <a:rPr lang="ru-RU" sz="1800" dirty="0" err="1"/>
              <a:t>яких</a:t>
            </a:r>
            <a:r>
              <a:rPr lang="ru-RU" sz="1800" dirty="0"/>
              <a:t> </a:t>
            </a:r>
            <a:r>
              <a:rPr lang="ru-RU" sz="1800" dirty="0" err="1"/>
              <a:t>починається</a:t>
            </a:r>
            <a:r>
              <a:rPr lang="ru-RU" sz="1800" dirty="0"/>
              <a:t> </a:t>
            </a:r>
            <a:r>
              <a:rPr lang="ru-RU" sz="1800" dirty="0" err="1"/>
              <a:t>утворення</a:t>
            </a:r>
            <a:r>
              <a:rPr lang="ru-RU" sz="1800" dirty="0"/>
              <a:t> </a:t>
            </a:r>
            <a:r>
              <a:rPr lang="ru-RU" sz="1800" dirty="0" err="1"/>
              <a:t>нової</a:t>
            </a:r>
            <a:r>
              <a:rPr lang="ru-RU" sz="1800" dirty="0"/>
              <a:t> </a:t>
            </a:r>
            <a:r>
              <a:rPr lang="ru-RU" sz="1800" dirty="0" err="1"/>
              <a:t>фази</a:t>
            </a:r>
            <a:r>
              <a:rPr lang="ru-RU" sz="1800" dirty="0"/>
              <a:t>.</a:t>
            </a:r>
          </a:p>
        </p:txBody>
      </p:sp>
      <p:pic>
        <p:nvPicPr>
          <p:cNvPr id="9999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553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0522204-6D2D-E732-E624-92F67D71D32E}"/>
              </a:ext>
            </a:extLst>
          </p:cNvPr>
          <p:cNvSpPr>
            <a:spLocks noGrp="1"/>
          </p:cNvSpPr>
          <p:nvPr>
            <p:ph type="body" idx="36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Таблиця показує ключові відмінності між плавленням і кристалізацією за напрямом теплообміну та зміною впорядкованості. Приклади і температури наведені для типових умов.</a:t>
            </a:r>
            <a:endParaRPr lang="ru-RU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008F484-8D6B-50F0-23E8-FA0B81AA7B0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Порівняння явищ</a:t>
            </a:r>
            <a:endParaRPr lang="ru-RU" dirty="0"/>
          </a:p>
        </p:txBody>
      </p:sp>
      <p:graphicFrame>
        <p:nvGraphicFramePr>
          <p:cNvPr id="11" name="Table Placeholder 10">
            <a:extLst>
              <a:ext uri="{FF2B5EF4-FFF2-40B4-BE49-F238E27FC236}">
                <a16:creationId xmlns:a16="http://schemas.microsoft.com/office/drawing/2014/main" id="{2373A287-4CC3-AF89-B0FD-59FA011C1FA0}"/>
              </a:ext>
            </a:extLst>
          </p:cNvPr>
          <p:cNvGraphicFramePr>
            <a:graphicFrameLocks noGrp="1"/>
          </p:cNvGraphicFramePr>
          <p:nvPr>
            <p:ph type="tbl" sz="quarter" idx="37"/>
            <p:extLst>
              <p:ext uri="{D42A27DB-BD31-4B8C-83A1-F6EECF244321}">
                <p14:modId xmlns:p14="http://schemas.microsoft.com/office/powerpoint/2010/main" val="1298829673"/>
              </p:ext>
            </p:extLst>
          </p:nvPr>
        </p:nvGraphicFramePr>
        <p:xfrm>
          <a:off x="587375" y="2173288"/>
          <a:ext cx="11017248" cy="4529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416">
                  <a:extLst>
                    <a:ext uri="{9D8B030D-6E8A-4147-A177-3AD203B41FA5}">
                      <a16:colId xmlns:a16="http://schemas.microsoft.com/office/drawing/2014/main" val="4272835230"/>
                    </a:ext>
                  </a:extLst>
                </a:gridCol>
                <a:gridCol w="3672416">
                  <a:extLst>
                    <a:ext uri="{9D8B030D-6E8A-4147-A177-3AD203B41FA5}">
                      <a16:colId xmlns:a16="http://schemas.microsoft.com/office/drawing/2014/main" val="1782730503"/>
                    </a:ext>
                  </a:extLst>
                </a:gridCol>
                <a:gridCol w="3672416">
                  <a:extLst>
                    <a:ext uri="{9D8B030D-6E8A-4147-A177-3AD203B41FA5}">
                      <a16:colId xmlns:a16="http://schemas.microsoft.com/office/drawing/2014/main" val="419284821"/>
                    </a:ext>
                  </a:extLst>
                </a:gridCol>
              </a:tblGrid>
              <a:tr h="905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FF"/>
                          </a:solidFill>
                        </a:rPr>
                        <a:t>Ознака процесу</a:t>
                      </a:r>
                      <a:endParaRPr lang="en-US" sz="1300" dirty="0"/>
                    </a:p>
                  </a:txBody>
                  <a:tcPr marL="144000" marR="14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FF"/>
                          </a:solidFill>
                        </a:rPr>
                        <a:t>Плавлення</a:t>
                      </a:r>
                      <a:endParaRPr lang="en-US" sz="1300" dirty="0"/>
                    </a:p>
                  </a:txBody>
                  <a:tcPr marL="144000" marR="14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FF"/>
                          </a:solidFill>
                        </a:rPr>
                        <a:t>Кристалізація</a:t>
                      </a:r>
                      <a:endParaRPr lang="en-US" sz="1300" dirty="0"/>
                    </a:p>
                  </a:txBody>
                  <a:tcPr marL="144000" marR="14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970459"/>
                  </a:ext>
                </a:extLst>
              </a:tr>
              <a:tr h="905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Теплообмін</a:t>
                      </a:r>
                      <a:endParaRPr lang="en-US" sz="1300" dirty="0"/>
                    </a:p>
                  </a:txBody>
                  <a:tcPr marL="144000" marR="14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Теплота поглинається</a:t>
                      </a:r>
                      <a:endParaRPr lang="en-US" sz="1300" dirty="0"/>
                    </a:p>
                  </a:txBody>
                  <a:tcPr marL="144000" marR="14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Теплота виділяється</a:t>
                      </a:r>
                      <a:endParaRPr lang="en-US" sz="1300" dirty="0"/>
                    </a:p>
                  </a:txBody>
                  <a:tcPr marL="144000" marR="14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120810"/>
                  </a:ext>
                </a:extLst>
              </a:tr>
              <a:tr h="905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Ентропія системи</a:t>
                      </a:r>
                      <a:endParaRPr lang="en-US" sz="1300" dirty="0"/>
                    </a:p>
                  </a:txBody>
                  <a:tcPr marL="144000" marR="14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Ентропія зростає</a:t>
                      </a:r>
                      <a:endParaRPr lang="en-US" sz="1300" dirty="0"/>
                    </a:p>
                  </a:txBody>
                  <a:tcPr marL="144000" marR="14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Ентропія спадає</a:t>
                      </a:r>
                      <a:endParaRPr lang="en-US" sz="1300" dirty="0"/>
                    </a:p>
                  </a:txBody>
                  <a:tcPr marL="144000" marR="14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10350"/>
                  </a:ext>
                </a:extLst>
              </a:tr>
              <a:tr h="9059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Типовий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приклад</a:t>
                      </a:r>
                      <a:endParaRPr lang="en-US" sz="1800" dirty="0"/>
                    </a:p>
                    <a:p>
                      <a:pPr>
                        <a:buNone/>
                      </a:pPr>
                      <a:endParaRPr lang="en-US" sz="1300" dirty="0"/>
                    </a:p>
                  </a:txBody>
                  <a:tcPr marL="144000" marR="14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Лід</a:t>
                      </a:r>
                      <a:r>
                        <a:rPr lang="en-US" sz="1800" dirty="0"/>
                        <a:t> → </a:t>
                      </a:r>
                      <a:r>
                        <a:rPr lang="en-US" sz="1800" dirty="0" err="1"/>
                        <a:t>вода</a:t>
                      </a:r>
                      <a:endParaRPr lang="en-US" sz="1800" dirty="0"/>
                    </a:p>
                    <a:p>
                      <a:pPr>
                        <a:buNone/>
                      </a:pPr>
                      <a:endParaRPr lang="en-US" sz="1300" dirty="0"/>
                    </a:p>
                  </a:txBody>
                  <a:tcPr marL="144000" marR="14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Вода</a:t>
                      </a:r>
                      <a:r>
                        <a:rPr lang="en-US" sz="1800" dirty="0"/>
                        <a:t> → </a:t>
                      </a:r>
                      <a:r>
                        <a:rPr lang="en-US" sz="1800" dirty="0" err="1"/>
                        <a:t>лід</a:t>
                      </a:r>
                      <a:endParaRPr lang="en-US" sz="1800" dirty="0"/>
                    </a:p>
                    <a:p>
                      <a:pPr>
                        <a:buNone/>
                      </a:pPr>
                      <a:endParaRPr lang="en-US" sz="1300" dirty="0"/>
                    </a:p>
                  </a:txBody>
                  <a:tcPr marL="144000" marR="14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119154"/>
                  </a:ext>
                </a:extLst>
              </a:tr>
              <a:tr h="905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Типовий приклад</a:t>
                      </a:r>
                      <a:endParaRPr lang="en-US" sz="1300" dirty="0"/>
                    </a:p>
                  </a:txBody>
                  <a:tcPr marL="144000" marR="14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/>
                        <a:t>Залізо</a:t>
                      </a:r>
                      <a:r>
                        <a:rPr lang="en-US" dirty="0"/>
                        <a:t> → </a:t>
                      </a:r>
                      <a:r>
                        <a:rPr lang="uk-UA" dirty="0"/>
                        <a:t>розплавлене залізо</a:t>
                      </a:r>
                      <a:endParaRPr lang="en-US" sz="1300" dirty="0"/>
                    </a:p>
                  </a:txBody>
                  <a:tcPr marL="144000" marR="14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 err="1"/>
                        <a:t>Розплавдене</a:t>
                      </a:r>
                      <a:r>
                        <a:rPr lang="uk-UA" dirty="0"/>
                        <a:t> залізо</a:t>
                      </a:r>
                      <a:r>
                        <a:rPr lang="en-US" dirty="0"/>
                        <a:t> → </a:t>
                      </a:r>
                      <a:r>
                        <a:rPr lang="uk-UA" dirty="0"/>
                        <a:t>залізо</a:t>
                      </a:r>
                      <a:endParaRPr lang="en-US" sz="1300" dirty="0"/>
                    </a:p>
                  </a:txBody>
                  <a:tcPr marL="144000" marR="14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32330"/>
                  </a:ext>
                </a:extLst>
              </a:tr>
            </a:tbl>
          </a:graphicData>
        </a:graphic>
      </p:graphicFrame>
      <p:pic>
        <p:nvPicPr>
          <p:cNvPr id="9999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830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C79B208-41B4-6180-AD8C-20523313E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158" y="2813326"/>
            <a:ext cx="9365684" cy="1231348"/>
          </a:xfrm>
        </p:spPr>
        <p:txBody>
          <a:bodyPr/>
          <a:lstStyle/>
          <a:p>
            <a:r>
              <a:rPr lang="ru-UA" sz="9600" dirty="0"/>
              <a:t>Дякую за увагу!</a:t>
            </a:r>
          </a:p>
        </p:txBody>
      </p:sp>
    </p:spTree>
    <p:extLst>
      <p:ext uri="{BB962C8B-B14F-4D97-AF65-F5344CB8AC3E}">
        <p14:creationId xmlns:p14="http://schemas.microsoft.com/office/powerpoint/2010/main" val="14716577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MAGE_SOURCE_URL" val="unsplash-images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Houston">
  <a:themeElements>
    <a:clrScheme name="Houston Grey Final">
      <a:dk1>
        <a:srgbClr val="171717"/>
      </a:dk1>
      <a:lt1>
        <a:srgbClr val="F8F8F8"/>
      </a:lt1>
      <a:dk2>
        <a:srgbClr val="171717"/>
      </a:dk2>
      <a:lt2>
        <a:srgbClr val="F8F8F8"/>
      </a:lt2>
      <a:accent1>
        <a:srgbClr val="3F3F3F"/>
      </a:accent1>
      <a:accent2>
        <a:srgbClr val="8F8F8F"/>
      </a:accent2>
      <a:accent3>
        <a:srgbClr val="B1B1B1"/>
      </a:accent3>
      <a:accent4>
        <a:srgbClr val="C5C5C5"/>
      </a:accent4>
      <a:accent5>
        <a:srgbClr val="DCDCDC"/>
      </a:accent5>
      <a:accent6>
        <a:srgbClr val="E7E7E7"/>
      </a:accent6>
      <a:hlink>
        <a:srgbClr val="BFBFBF"/>
      </a:hlink>
      <a:folHlink>
        <a:srgbClr val="7E7E7E"/>
      </a:folHlink>
    </a:clrScheme>
    <a:fontScheme name="Bento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BA9B544-5123-D747-A083-51D3644B500D}">
  <we:reference id="wa200005566" version="3.0.1.1" store="ru-RU" storeType="OMEX"/>
  <we:alternateReferences>
    <we:reference id="wa200005566" version="3.0.1.1" store="wa200005566" storeType="OMEX"/>
  </we:alternateReferences>
  <we:properties>
    <we:property name="theme" value="{&quot;name&quot;:&quot;Grey&quot;,&quot;color&quot;:&quot;#3F3F3F&quot;,&quot;colorPalette&quot;:[&quot;171717&quot;,&quot;FFFFFF&quot;,&quot;171717&quot;,&quot;FFFFFF&quot;,&quot;3F3F3F&quot;,&quot;8F8F8F&quot;,&quot;B1B1B1&quot;,&quot;C5C5C5&quot;,&quot;DCDCDC&quot;,&quot;E7E7E7&quot;,&quot;F8F8F8&quot;,&quot;171717&quot;],&quot;previewImages&quot;:[&quot;https://cpp.appsdowonders.com/assets/SlideTitle-houston.webp&quot;,&quot;https://cpp.appsdowonders.com/assets/SlideAgenda-houston.webp&quot;,&quot;https://cpp.appsdowonders.com/assets/SlideTextbox1V1-houston.webp&quot;,&quot;https://cpp.appsdowonders.com/assets/SlideTextbox3V1-houston.webp&quot;,&quot;https://cpp.appsdowonders.com/assets/SlideTable-houston.webp&quot;,&quot;https://cpp.appsdowonders.com/assets/SlideTimelineV1-houston.webp&quot;],&quot;isDefault&quot;:true,&quot;previewAnimation&quot;:&quot;https://cpp.appsdowonders.com/assets/houston.gif&quot;,&quot;index&quot;:0,&quot;template&quot;:&quot;Houston&quot;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456</Words>
  <Application>Microsoft Macintosh PowerPoint</Application>
  <PresentationFormat>Широкоэкранный</PresentationFormat>
  <Paragraphs>64</Paragraphs>
  <Slides>8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Segoe UI</vt:lpstr>
      <vt:lpstr>Тема Office</vt:lpstr>
      <vt:lpstr>Houston</vt:lpstr>
      <vt:lpstr>Плавлення і кристалізація речовин</vt:lpstr>
      <vt:lpstr>Презентация PowerPoint</vt:lpstr>
      <vt:lpstr>Фазові переходи речовин</vt:lpstr>
      <vt:lpstr>Ключові терміни</vt:lpstr>
      <vt:lpstr>Історичний розвиток</vt:lpstr>
      <vt:lpstr>Теорія процесів</vt:lpstr>
      <vt:lpstr>Порівняння явищ</vt:lpstr>
      <vt:lpstr>Дякую за увагу!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Олексій Безклинський</dc:creator>
  <cp:lastModifiedBy>Олексій Безклинський</cp:lastModifiedBy>
  <cp:revision>1</cp:revision>
  <dcterms:created xsi:type="dcterms:W3CDTF">2026-04-15T00:17:04Z</dcterms:created>
  <dcterms:modified xsi:type="dcterms:W3CDTF">2026-04-15T00:40:52Z</dcterms:modified>
</cp:coreProperties>
</file>